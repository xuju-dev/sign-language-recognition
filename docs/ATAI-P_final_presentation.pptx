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9" r:id="rId3"/>
    <p:sldId id="269" r:id="rId4"/>
    <p:sldId id="275" r:id="rId5"/>
    <p:sldId id="270" r:id="rId6"/>
    <p:sldId id="271" r:id="rId7"/>
    <p:sldId id="276" r:id="rId8"/>
    <p:sldId id="278" r:id="rId9"/>
    <p:sldId id="279" r:id="rId10"/>
    <p:sldId id="257" r:id="rId11"/>
    <p:sldId id="272" r:id="rId12"/>
    <p:sldId id="273" r:id="rId13"/>
    <p:sldId id="280" r:id="rId14"/>
    <p:sldId id="265" r:id="rId15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683"/>
    <p:restoredTop sz="94658"/>
  </p:normalViewPr>
  <p:slideViewPr>
    <p:cSldViewPr snapToGrid="0">
      <p:cViewPr varScale="1">
        <p:scale>
          <a:sx n="109" d="100"/>
          <a:sy n="109" d="100"/>
        </p:scale>
        <p:origin x="192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2968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E0CA5EC-8972-5F47-BA87-1C0C03725AE6}" type="doc">
      <dgm:prSet loTypeId="urn:microsoft.com/office/officeart/2005/8/layout/hProcess6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56B27A5-504D-F64C-A5DC-3D306C5C862C}">
      <dgm:prSet phldrT="[Text]"/>
      <dgm:spPr/>
      <dgm:t>
        <a:bodyPr/>
        <a:lstStyle/>
        <a:p>
          <a:r>
            <a:rPr lang="en-US" dirty="0"/>
            <a:t>Week 1</a:t>
          </a:r>
        </a:p>
      </dgm:t>
    </dgm:pt>
    <dgm:pt modelId="{E1F76D54-63E7-C342-9E08-C0A37E0C316D}" type="parTrans" cxnId="{FA23D9A4-B3BA-DF49-96CA-5C22CDD59248}">
      <dgm:prSet/>
      <dgm:spPr/>
      <dgm:t>
        <a:bodyPr/>
        <a:lstStyle/>
        <a:p>
          <a:endParaRPr lang="en-US"/>
        </a:p>
      </dgm:t>
    </dgm:pt>
    <dgm:pt modelId="{D6ACDF4A-DC06-3248-B22E-E3120210202E}" type="sibTrans" cxnId="{FA23D9A4-B3BA-DF49-96CA-5C22CDD59248}">
      <dgm:prSet/>
      <dgm:spPr/>
      <dgm:t>
        <a:bodyPr/>
        <a:lstStyle/>
        <a:p>
          <a:endParaRPr lang="en-US"/>
        </a:p>
      </dgm:t>
    </dgm:pt>
    <dgm:pt modelId="{55E0F18E-121E-1642-B293-9A77227248D5}">
      <dgm:prSet phldrT="[Text]"/>
      <dgm:spPr/>
      <dgm:t>
        <a:bodyPr/>
        <a:lstStyle/>
        <a:p>
          <a:r>
            <a:rPr lang="en-US" dirty="0"/>
            <a:t>Project Workflow Definition</a:t>
          </a:r>
        </a:p>
      </dgm:t>
    </dgm:pt>
    <dgm:pt modelId="{70A878AA-3B73-9A4C-B4FC-AA8143B4D8A3}" type="parTrans" cxnId="{37791383-847F-2240-B31F-D9D2C8289CCE}">
      <dgm:prSet/>
      <dgm:spPr/>
      <dgm:t>
        <a:bodyPr/>
        <a:lstStyle/>
        <a:p>
          <a:endParaRPr lang="en-US"/>
        </a:p>
      </dgm:t>
    </dgm:pt>
    <dgm:pt modelId="{6AED3D52-6DD5-4F47-B22F-9FBD2404FF18}" type="sibTrans" cxnId="{37791383-847F-2240-B31F-D9D2C8289CCE}">
      <dgm:prSet/>
      <dgm:spPr/>
      <dgm:t>
        <a:bodyPr/>
        <a:lstStyle/>
        <a:p>
          <a:endParaRPr lang="en-US"/>
        </a:p>
      </dgm:t>
    </dgm:pt>
    <dgm:pt modelId="{C0D7E2C7-7B25-AB4D-91B9-D05BC508CD53}">
      <dgm:prSet phldrT="[Text]"/>
      <dgm:spPr/>
      <dgm:t>
        <a:bodyPr/>
        <a:lstStyle/>
        <a:p>
          <a:r>
            <a:rPr lang="en-US" dirty="0"/>
            <a:t>Experimental Setup Definition</a:t>
          </a:r>
        </a:p>
      </dgm:t>
    </dgm:pt>
    <dgm:pt modelId="{1953C02E-84D9-2644-95B8-5D5873174563}" type="parTrans" cxnId="{25399D3A-286C-9946-A5CC-419E8DD32024}">
      <dgm:prSet/>
      <dgm:spPr/>
      <dgm:t>
        <a:bodyPr/>
        <a:lstStyle/>
        <a:p>
          <a:endParaRPr lang="en-US"/>
        </a:p>
      </dgm:t>
    </dgm:pt>
    <dgm:pt modelId="{E982AE4C-BD2C-C34A-A872-A8FF36D06B99}" type="sibTrans" cxnId="{25399D3A-286C-9946-A5CC-419E8DD32024}">
      <dgm:prSet/>
      <dgm:spPr/>
      <dgm:t>
        <a:bodyPr/>
        <a:lstStyle/>
        <a:p>
          <a:endParaRPr lang="en-US"/>
        </a:p>
      </dgm:t>
    </dgm:pt>
    <dgm:pt modelId="{F7E2DB32-AFE4-0248-B948-C024686078D4}">
      <dgm:prSet phldrT="[Text]"/>
      <dgm:spPr/>
      <dgm:t>
        <a:bodyPr/>
        <a:lstStyle/>
        <a:p>
          <a:r>
            <a:rPr lang="en-US" dirty="0"/>
            <a:t>Week 2</a:t>
          </a:r>
        </a:p>
      </dgm:t>
    </dgm:pt>
    <dgm:pt modelId="{D16B9D5B-91D0-F64B-B91F-3412B98F146D}" type="parTrans" cxnId="{73FC5A19-AE14-CB4D-A76F-59B888C6815E}">
      <dgm:prSet/>
      <dgm:spPr/>
      <dgm:t>
        <a:bodyPr/>
        <a:lstStyle/>
        <a:p>
          <a:endParaRPr lang="en-US"/>
        </a:p>
      </dgm:t>
    </dgm:pt>
    <dgm:pt modelId="{3DF5F7B1-E650-734B-9F9B-582E239606C4}" type="sibTrans" cxnId="{73FC5A19-AE14-CB4D-A76F-59B888C6815E}">
      <dgm:prSet/>
      <dgm:spPr/>
      <dgm:t>
        <a:bodyPr/>
        <a:lstStyle/>
        <a:p>
          <a:endParaRPr lang="en-US"/>
        </a:p>
      </dgm:t>
    </dgm:pt>
    <dgm:pt modelId="{61641FF3-34D8-9547-9C0E-BC9940823FA4}">
      <dgm:prSet phldrT="[Text]"/>
      <dgm:spPr/>
      <dgm:t>
        <a:bodyPr/>
        <a:lstStyle/>
        <a:p>
          <a:r>
            <a:rPr lang="en-US" b="1" dirty="0"/>
            <a:t>Initial Setup</a:t>
          </a:r>
        </a:p>
      </dgm:t>
    </dgm:pt>
    <dgm:pt modelId="{067A09FC-6154-1348-8F2C-3F12994E6846}" type="parTrans" cxnId="{C9187C3D-CD04-1442-AAAA-B543C7799933}">
      <dgm:prSet/>
      <dgm:spPr/>
      <dgm:t>
        <a:bodyPr/>
        <a:lstStyle/>
        <a:p>
          <a:endParaRPr lang="en-US"/>
        </a:p>
      </dgm:t>
    </dgm:pt>
    <dgm:pt modelId="{597A7454-2D4D-D147-8149-8CC2578AFD0D}" type="sibTrans" cxnId="{C9187C3D-CD04-1442-AAAA-B543C7799933}">
      <dgm:prSet/>
      <dgm:spPr/>
      <dgm:t>
        <a:bodyPr/>
        <a:lstStyle/>
        <a:p>
          <a:endParaRPr lang="en-US"/>
        </a:p>
      </dgm:t>
    </dgm:pt>
    <dgm:pt modelId="{B202D2C7-6495-CC42-ACBF-B8324AC83D9E}">
      <dgm:prSet phldrT="[Text]"/>
      <dgm:spPr/>
      <dgm:t>
        <a:bodyPr/>
        <a:lstStyle/>
        <a:p>
          <a:r>
            <a:rPr lang="en-US" dirty="0"/>
            <a:t>1 Train Iteration --&gt; project feasibility evaluation</a:t>
          </a:r>
        </a:p>
      </dgm:t>
    </dgm:pt>
    <dgm:pt modelId="{0916BA2B-5A69-4944-BB07-E08C50FFC5A0}" type="parTrans" cxnId="{9455F8B5-B7F9-7D47-A49D-2D1BDD77C6E2}">
      <dgm:prSet/>
      <dgm:spPr/>
      <dgm:t>
        <a:bodyPr/>
        <a:lstStyle/>
        <a:p>
          <a:endParaRPr lang="en-US"/>
        </a:p>
      </dgm:t>
    </dgm:pt>
    <dgm:pt modelId="{37EA69D8-659F-CF4B-BBBC-B6AE12700EDC}" type="sibTrans" cxnId="{9455F8B5-B7F9-7D47-A49D-2D1BDD77C6E2}">
      <dgm:prSet/>
      <dgm:spPr/>
      <dgm:t>
        <a:bodyPr/>
        <a:lstStyle/>
        <a:p>
          <a:endParaRPr lang="en-US"/>
        </a:p>
      </dgm:t>
    </dgm:pt>
    <dgm:pt modelId="{1CCD9F72-BFA8-3347-965A-11EE21850808}">
      <dgm:prSet phldrT="[Text]"/>
      <dgm:spPr/>
      <dgm:t>
        <a:bodyPr/>
        <a:lstStyle/>
        <a:p>
          <a:r>
            <a:rPr lang="en-US" dirty="0"/>
            <a:t>Week 3-4</a:t>
          </a:r>
        </a:p>
      </dgm:t>
    </dgm:pt>
    <dgm:pt modelId="{32466A38-FC28-2E44-8312-1797832C2446}" type="parTrans" cxnId="{6E84E6CD-6342-DF49-91A3-4019E012D0E0}">
      <dgm:prSet/>
      <dgm:spPr/>
      <dgm:t>
        <a:bodyPr/>
        <a:lstStyle/>
        <a:p>
          <a:endParaRPr lang="en-US"/>
        </a:p>
      </dgm:t>
    </dgm:pt>
    <dgm:pt modelId="{481597B8-D5AE-F649-9799-D1EAAD2C75AF}" type="sibTrans" cxnId="{6E84E6CD-6342-DF49-91A3-4019E012D0E0}">
      <dgm:prSet/>
      <dgm:spPr/>
      <dgm:t>
        <a:bodyPr/>
        <a:lstStyle/>
        <a:p>
          <a:endParaRPr lang="en-US"/>
        </a:p>
      </dgm:t>
    </dgm:pt>
    <dgm:pt modelId="{A8A372D2-3EB2-E14B-AD49-87D55D380E5F}">
      <dgm:prSet phldrT="[Text]"/>
      <dgm:spPr/>
      <dgm:t>
        <a:bodyPr/>
        <a:lstStyle/>
        <a:p>
          <a:r>
            <a:rPr lang="en-US" b="1" dirty="0"/>
            <a:t>Experimental Pipeline Setup </a:t>
          </a:r>
          <a:r>
            <a:rPr lang="en-US" dirty="0"/>
            <a:t>for multiple iterations</a:t>
          </a:r>
        </a:p>
      </dgm:t>
    </dgm:pt>
    <dgm:pt modelId="{16F1CAA2-1531-394C-AC5A-09002BF84012}" type="parTrans" cxnId="{50EF71C7-9B02-B741-9FE3-441BF77B9E86}">
      <dgm:prSet/>
      <dgm:spPr/>
      <dgm:t>
        <a:bodyPr/>
        <a:lstStyle/>
        <a:p>
          <a:endParaRPr lang="en-US"/>
        </a:p>
      </dgm:t>
    </dgm:pt>
    <dgm:pt modelId="{B05FE578-CDEE-3744-B221-6D3E6800D5EB}" type="sibTrans" cxnId="{50EF71C7-9B02-B741-9FE3-441BF77B9E86}">
      <dgm:prSet/>
      <dgm:spPr/>
      <dgm:t>
        <a:bodyPr/>
        <a:lstStyle/>
        <a:p>
          <a:endParaRPr lang="en-US"/>
        </a:p>
      </dgm:t>
    </dgm:pt>
    <dgm:pt modelId="{6FCBDE51-1B9F-D24D-A8E2-8FAAC6FFDAD8}">
      <dgm:prSet phldrT="[Text]"/>
      <dgm:spPr/>
      <dgm:t>
        <a:bodyPr/>
        <a:lstStyle/>
        <a:p>
          <a:r>
            <a:rPr lang="en-US" dirty="0"/>
            <a:t>Week 0</a:t>
          </a:r>
        </a:p>
      </dgm:t>
    </dgm:pt>
    <dgm:pt modelId="{457E671D-1465-BF43-8BCE-57DB7ECF16FA}" type="parTrans" cxnId="{4681D83C-F22E-7948-AB47-B8374FC3918B}">
      <dgm:prSet/>
      <dgm:spPr/>
      <dgm:t>
        <a:bodyPr/>
        <a:lstStyle/>
        <a:p>
          <a:endParaRPr lang="en-US"/>
        </a:p>
      </dgm:t>
    </dgm:pt>
    <dgm:pt modelId="{025537E9-CA70-8E44-A015-962E7D0AC9D8}" type="sibTrans" cxnId="{4681D83C-F22E-7948-AB47-B8374FC3918B}">
      <dgm:prSet/>
      <dgm:spPr/>
      <dgm:t>
        <a:bodyPr/>
        <a:lstStyle/>
        <a:p>
          <a:endParaRPr lang="en-US"/>
        </a:p>
      </dgm:t>
    </dgm:pt>
    <dgm:pt modelId="{F6205D20-833D-564E-AFF8-4BACE66915D7}">
      <dgm:prSet phldrT="[Text]"/>
      <dgm:spPr/>
      <dgm:t>
        <a:bodyPr/>
        <a:lstStyle/>
        <a:p>
          <a:r>
            <a:rPr lang="en-US" b="1" dirty="0"/>
            <a:t>Project Topic Selection</a:t>
          </a:r>
        </a:p>
      </dgm:t>
    </dgm:pt>
    <dgm:pt modelId="{375AE052-9CEB-0749-8A4C-21A5E93E5540}" type="parTrans" cxnId="{ACE3FC56-59DA-A746-982C-4C5364BCA5AD}">
      <dgm:prSet/>
      <dgm:spPr/>
      <dgm:t>
        <a:bodyPr/>
        <a:lstStyle/>
        <a:p>
          <a:endParaRPr lang="en-US"/>
        </a:p>
      </dgm:t>
    </dgm:pt>
    <dgm:pt modelId="{964DB102-3303-E14A-AB28-3B96276922AA}" type="sibTrans" cxnId="{ACE3FC56-59DA-A746-982C-4C5364BCA5AD}">
      <dgm:prSet/>
      <dgm:spPr/>
      <dgm:t>
        <a:bodyPr/>
        <a:lstStyle/>
        <a:p>
          <a:endParaRPr lang="en-US"/>
        </a:p>
      </dgm:t>
    </dgm:pt>
    <dgm:pt modelId="{165116EA-3D86-834B-8A5F-4B4B2EFA5D73}" type="pres">
      <dgm:prSet presAssocID="{0E0CA5EC-8972-5F47-BA87-1C0C03725AE6}" presName="theList" presStyleCnt="0">
        <dgm:presLayoutVars>
          <dgm:dir/>
          <dgm:animLvl val="lvl"/>
          <dgm:resizeHandles val="exact"/>
        </dgm:presLayoutVars>
      </dgm:prSet>
      <dgm:spPr/>
    </dgm:pt>
    <dgm:pt modelId="{0E9ED4CC-EB8A-CF42-9BDB-CD4BD2988A2D}" type="pres">
      <dgm:prSet presAssocID="{6FCBDE51-1B9F-D24D-A8E2-8FAAC6FFDAD8}" presName="compNode" presStyleCnt="0"/>
      <dgm:spPr/>
    </dgm:pt>
    <dgm:pt modelId="{55DB7832-535B-394D-BA07-D55DB321869A}" type="pres">
      <dgm:prSet presAssocID="{6FCBDE51-1B9F-D24D-A8E2-8FAAC6FFDAD8}" presName="noGeometry" presStyleCnt="0"/>
      <dgm:spPr/>
    </dgm:pt>
    <dgm:pt modelId="{AADDC4CE-045E-6547-B8FB-5A209D21D66F}" type="pres">
      <dgm:prSet presAssocID="{6FCBDE51-1B9F-D24D-A8E2-8FAAC6FFDAD8}" presName="childTextVisible" presStyleLbl="bgAccFollowNode1" presStyleIdx="0" presStyleCnt="4">
        <dgm:presLayoutVars>
          <dgm:bulletEnabled val="1"/>
        </dgm:presLayoutVars>
      </dgm:prSet>
      <dgm:spPr/>
    </dgm:pt>
    <dgm:pt modelId="{FE8FA6E7-B6B8-A442-A842-8A09008F6661}" type="pres">
      <dgm:prSet presAssocID="{6FCBDE51-1B9F-D24D-A8E2-8FAAC6FFDAD8}" presName="childTextHidden" presStyleLbl="bgAccFollowNode1" presStyleIdx="0" presStyleCnt="4"/>
      <dgm:spPr/>
    </dgm:pt>
    <dgm:pt modelId="{F7B60064-ECF5-B64D-B592-A225E6353E6C}" type="pres">
      <dgm:prSet presAssocID="{6FCBDE51-1B9F-D24D-A8E2-8FAAC6FFDAD8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29CABC37-E552-B84F-BCB5-F7C12E4EEF51}" type="pres">
      <dgm:prSet presAssocID="{6FCBDE51-1B9F-D24D-A8E2-8FAAC6FFDAD8}" presName="aSpace" presStyleCnt="0"/>
      <dgm:spPr/>
    </dgm:pt>
    <dgm:pt modelId="{538004B2-6988-8F48-B362-576963B5CFD1}" type="pres">
      <dgm:prSet presAssocID="{556B27A5-504D-F64C-A5DC-3D306C5C862C}" presName="compNode" presStyleCnt="0"/>
      <dgm:spPr/>
    </dgm:pt>
    <dgm:pt modelId="{4DF68307-E659-904A-A6DE-AD1CCC552698}" type="pres">
      <dgm:prSet presAssocID="{556B27A5-504D-F64C-A5DC-3D306C5C862C}" presName="noGeometry" presStyleCnt="0"/>
      <dgm:spPr/>
    </dgm:pt>
    <dgm:pt modelId="{C8120FD5-374C-DA45-8A74-384C7E384B50}" type="pres">
      <dgm:prSet presAssocID="{556B27A5-504D-F64C-A5DC-3D306C5C862C}" presName="childTextVisible" presStyleLbl="bgAccFollowNode1" presStyleIdx="1" presStyleCnt="4">
        <dgm:presLayoutVars>
          <dgm:bulletEnabled val="1"/>
        </dgm:presLayoutVars>
      </dgm:prSet>
      <dgm:spPr/>
    </dgm:pt>
    <dgm:pt modelId="{3623462E-2A7D-A64E-A025-B2645F17605E}" type="pres">
      <dgm:prSet presAssocID="{556B27A5-504D-F64C-A5DC-3D306C5C862C}" presName="childTextHidden" presStyleLbl="bgAccFollowNode1" presStyleIdx="1" presStyleCnt="4"/>
      <dgm:spPr/>
    </dgm:pt>
    <dgm:pt modelId="{020907CC-E2B4-BE4A-B654-F59B9148E449}" type="pres">
      <dgm:prSet presAssocID="{556B27A5-504D-F64C-A5DC-3D306C5C862C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AF1E28EC-2901-EF46-BB87-8539A321ABAE}" type="pres">
      <dgm:prSet presAssocID="{556B27A5-504D-F64C-A5DC-3D306C5C862C}" presName="aSpace" presStyleCnt="0"/>
      <dgm:spPr/>
    </dgm:pt>
    <dgm:pt modelId="{B6F78945-A0DA-F645-8A1B-2AC5880855E8}" type="pres">
      <dgm:prSet presAssocID="{F7E2DB32-AFE4-0248-B948-C024686078D4}" presName="compNode" presStyleCnt="0"/>
      <dgm:spPr/>
    </dgm:pt>
    <dgm:pt modelId="{3D8E982A-3DF8-2641-A2FC-22D516EDC2A8}" type="pres">
      <dgm:prSet presAssocID="{F7E2DB32-AFE4-0248-B948-C024686078D4}" presName="noGeometry" presStyleCnt="0"/>
      <dgm:spPr/>
    </dgm:pt>
    <dgm:pt modelId="{BD556ABD-8895-224F-B546-D8C4E978F3D8}" type="pres">
      <dgm:prSet presAssocID="{F7E2DB32-AFE4-0248-B948-C024686078D4}" presName="childTextVisible" presStyleLbl="bgAccFollowNode1" presStyleIdx="2" presStyleCnt="4">
        <dgm:presLayoutVars>
          <dgm:bulletEnabled val="1"/>
        </dgm:presLayoutVars>
      </dgm:prSet>
      <dgm:spPr/>
    </dgm:pt>
    <dgm:pt modelId="{41A732F8-1C45-3F4D-B84A-737CE87DB364}" type="pres">
      <dgm:prSet presAssocID="{F7E2DB32-AFE4-0248-B948-C024686078D4}" presName="childTextHidden" presStyleLbl="bgAccFollowNode1" presStyleIdx="2" presStyleCnt="4"/>
      <dgm:spPr/>
    </dgm:pt>
    <dgm:pt modelId="{579D19A0-634D-ED46-BD45-101A50DD02C4}" type="pres">
      <dgm:prSet presAssocID="{F7E2DB32-AFE4-0248-B948-C024686078D4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B8DF5830-D691-904D-B72B-D837A240A7A8}" type="pres">
      <dgm:prSet presAssocID="{F7E2DB32-AFE4-0248-B948-C024686078D4}" presName="aSpace" presStyleCnt="0"/>
      <dgm:spPr/>
    </dgm:pt>
    <dgm:pt modelId="{2D6AF3C4-BA0B-AC46-A486-0F4B9F1D30B5}" type="pres">
      <dgm:prSet presAssocID="{1CCD9F72-BFA8-3347-965A-11EE21850808}" presName="compNode" presStyleCnt="0"/>
      <dgm:spPr/>
    </dgm:pt>
    <dgm:pt modelId="{B9617A71-93B2-C44F-A03D-A59549D0E1F0}" type="pres">
      <dgm:prSet presAssocID="{1CCD9F72-BFA8-3347-965A-11EE21850808}" presName="noGeometry" presStyleCnt="0"/>
      <dgm:spPr/>
    </dgm:pt>
    <dgm:pt modelId="{15864434-2AE8-EE44-9621-B9132D505678}" type="pres">
      <dgm:prSet presAssocID="{1CCD9F72-BFA8-3347-965A-11EE21850808}" presName="childTextVisible" presStyleLbl="bgAccFollowNode1" presStyleIdx="3" presStyleCnt="4">
        <dgm:presLayoutVars>
          <dgm:bulletEnabled val="1"/>
        </dgm:presLayoutVars>
      </dgm:prSet>
      <dgm:spPr/>
    </dgm:pt>
    <dgm:pt modelId="{2985B150-2D18-824A-A483-1B022D3D6F9B}" type="pres">
      <dgm:prSet presAssocID="{1CCD9F72-BFA8-3347-965A-11EE21850808}" presName="childTextHidden" presStyleLbl="bgAccFollowNode1" presStyleIdx="3" presStyleCnt="4"/>
      <dgm:spPr/>
    </dgm:pt>
    <dgm:pt modelId="{72E2F5FB-5509-A940-967F-0DE24152C2A9}" type="pres">
      <dgm:prSet presAssocID="{1CCD9F72-BFA8-3347-965A-11EE21850808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D3F05405-8EF0-EF42-8961-4AEA4492D2D6}" type="presOf" srcId="{1CCD9F72-BFA8-3347-965A-11EE21850808}" destId="{72E2F5FB-5509-A940-967F-0DE24152C2A9}" srcOrd="0" destOrd="0" presId="urn:microsoft.com/office/officeart/2005/8/layout/hProcess6"/>
    <dgm:cxn modelId="{D1A82514-46DB-3343-A5E2-9341D9975B38}" type="presOf" srcId="{F6205D20-833D-564E-AFF8-4BACE66915D7}" destId="{AADDC4CE-045E-6547-B8FB-5A209D21D66F}" srcOrd="0" destOrd="0" presId="urn:microsoft.com/office/officeart/2005/8/layout/hProcess6"/>
    <dgm:cxn modelId="{77E52619-D7EF-0741-9BE9-DFE69A08A19E}" type="presOf" srcId="{F7E2DB32-AFE4-0248-B948-C024686078D4}" destId="{579D19A0-634D-ED46-BD45-101A50DD02C4}" srcOrd="0" destOrd="0" presId="urn:microsoft.com/office/officeart/2005/8/layout/hProcess6"/>
    <dgm:cxn modelId="{73FC5A19-AE14-CB4D-A76F-59B888C6815E}" srcId="{0E0CA5EC-8972-5F47-BA87-1C0C03725AE6}" destId="{F7E2DB32-AFE4-0248-B948-C024686078D4}" srcOrd="2" destOrd="0" parTransId="{D16B9D5B-91D0-F64B-B91F-3412B98F146D}" sibTransId="{3DF5F7B1-E650-734B-9F9B-582E239606C4}"/>
    <dgm:cxn modelId="{DD36501D-B316-284B-B5E4-4F70205D6C01}" type="presOf" srcId="{55E0F18E-121E-1642-B293-9A77227248D5}" destId="{3623462E-2A7D-A64E-A025-B2645F17605E}" srcOrd="1" destOrd="0" presId="urn:microsoft.com/office/officeart/2005/8/layout/hProcess6"/>
    <dgm:cxn modelId="{0469A123-2960-C74A-8882-23130DF68EAA}" type="presOf" srcId="{556B27A5-504D-F64C-A5DC-3D306C5C862C}" destId="{020907CC-E2B4-BE4A-B654-F59B9148E449}" srcOrd="0" destOrd="0" presId="urn:microsoft.com/office/officeart/2005/8/layout/hProcess6"/>
    <dgm:cxn modelId="{896AE137-48C3-2045-9052-DB4002B5640A}" type="presOf" srcId="{B202D2C7-6495-CC42-ACBF-B8324AC83D9E}" destId="{BD556ABD-8895-224F-B546-D8C4E978F3D8}" srcOrd="0" destOrd="1" presId="urn:microsoft.com/office/officeart/2005/8/layout/hProcess6"/>
    <dgm:cxn modelId="{25399D3A-286C-9946-A5CC-419E8DD32024}" srcId="{556B27A5-504D-F64C-A5DC-3D306C5C862C}" destId="{C0D7E2C7-7B25-AB4D-91B9-D05BC508CD53}" srcOrd="1" destOrd="0" parTransId="{1953C02E-84D9-2644-95B8-5D5873174563}" sibTransId="{E982AE4C-BD2C-C34A-A872-A8FF36D06B99}"/>
    <dgm:cxn modelId="{25288F3C-4A71-D14A-8DC9-0290D4735403}" type="presOf" srcId="{F6205D20-833D-564E-AFF8-4BACE66915D7}" destId="{FE8FA6E7-B6B8-A442-A842-8A09008F6661}" srcOrd="1" destOrd="0" presId="urn:microsoft.com/office/officeart/2005/8/layout/hProcess6"/>
    <dgm:cxn modelId="{4681D83C-F22E-7948-AB47-B8374FC3918B}" srcId="{0E0CA5EC-8972-5F47-BA87-1C0C03725AE6}" destId="{6FCBDE51-1B9F-D24D-A8E2-8FAAC6FFDAD8}" srcOrd="0" destOrd="0" parTransId="{457E671D-1465-BF43-8BCE-57DB7ECF16FA}" sibTransId="{025537E9-CA70-8E44-A015-962E7D0AC9D8}"/>
    <dgm:cxn modelId="{C9187C3D-CD04-1442-AAAA-B543C7799933}" srcId="{F7E2DB32-AFE4-0248-B948-C024686078D4}" destId="{61641FF3-34D8-9547-9C0E-BC9940823FA4}" srcOrd="0" destOrd="0" parTransId="{067A09FC-6154-1348-8F2C-3F12994E6846}" sibTransId="{597A7454-2D4D-D147-8149-8CC2578AFD0D}"/>
    <dgm:cxn modelId="{A5365B4C-DD55-D64E-BF88-FE96FF5D5FE0}" type="presOf" srcId="{6FCBDE51-1B9F-D24D-A8E2-8FAAC6FFDAD8}" destId="{F7B60064-ECF5-B64D-B592-A225E6353E6C}" srcOrd="0" destOrd="0" presId="urn:microsoft.com/office/officeart/2005/8/layout/hProcess6"/>
    <dgm:cxn modelId="{ACE3FC56-59DA-A746-982C-4C5364BCA5AD}" srcId="{6FCBDE51-1B9F-D24D-A8E2-8FAAC6FFDAD8}" destId="{F6205D20-833D-564E-AFF8-4BACE66915D7}" srcOrd="0" destOrd="0" parTransId="{375AE052-9CEB-0749-8A4C-21A5E93E5540}" sibTransId="{964DB102-3303-E14A-AB28-3B96276922AA}"/>
    <dgm:cxn modelId="{37791383-847F-2240-B31F-D9D2C8289CCE}" srcId="{556B27A5-504D-F64C-A5DC-3D306C5C862C}" destId="{55E0F18E-121E-1642-B293-9A77227248D5}" srcOrd="0" destOrd="0" parTransId="{70A878AA-3B73-9A4C-B4FC-AA8143B4D8A3}" sibTransId="{6AED3D52-6DD5-4F47-B22F-9FBD2404FF18}"/>
    <dgm:cxn modelId="{27B7929C-05AD-B746-AAA1-3EDEB092170B}" type="presOf" srcId="{B202D2C7-6495-CC42-ACBF-B8324AC83D9E}" destId="{41A732F8-1C45-3F4D-B84A-737CE87DB364}" srcOrd="1" destOrd="1" presId="urn:microsoft.com/office/officeart/2005/8/layout/hProcess6"/>
    <dgm:cxn modelId="{FA23D9A4-B3BA-DF49-96CA-5C22CDD59248}" srcId="{0E0CA5EC-8972-5F47-BA87-1C0C03725AE6}" destId="{556B27A5-504D-F64C-A5DC-3D306C5C862C}" srcOrd="1" destOrd="0" parTransId="{E1F76D54-63E7-C342-9E08-C0A37E0C316D}" sibTransId="{D6ACDF4A-DC06-3248-B22E-E3120210202E}"/>
    <dgm:cxn modelId="{487F7AA7-B262-D44C-89F5-8A91813394A5}" type="presOf" srcId="{A8A372D2-3EB2-E14B-AD49-87D55D380E5F}" destId="{15864434-2AE8-EE44-9621-B9132D505678}" srcOrd="0" destOrd="0" presId="urn:microsoft.com/office/officeart/2005/8/layout/hProcess6"/>
    <dgm:cxn modelId="{1F94DCA7-F073-6945-98FE-3F16EB8993D0}" type="presOf" srcId="{A8A372D2-3EB2-E14B-AD49-87D55D380E5F}" destId="{2985B150-2D18-824A-A483-1B022D3D6F9B}" srcOrd="1" destOrd="0" presId="urn:microsoft.com/office/officeart/2005/8/layout/hProcess6"/>
    <dgm:cxn modelId="{BABB24B1-27FA-E340-90F7-DD59311CA5C1}" type="presOf" srcId="{61641FF3-34D8-9547-9C0E-BC9940823FA4}" destId="{BD556ABD-8895-224F-B546-D8C4E978F3D8}" srcOrd="0" destOrd="0" presId="urn:microsoft.com/office/officeart/2005/8/layout/hProcess6"/>
    <dgm:cxn modelId="{BC3FB8B2-4D5D-084D-A6F5-6056E1CB0435}" type="presOf" srcId="{C0D7E2C7-7B25-AB4D-91B9-D05BC508CD53}" destId="{3623462E-2A7D-A64E-A025-B2645F17605E}" srcOrd="1" destOrd="1" presId="urn:microsoft.com/office/officeart/2005/8/layout/hProcess6"/>
    <dgm:cxn modelId="{9455F8B5-B7F9-7D47-A49D-2D1BDD77C6E2}" srcId="{F7E2DB32-AFE4-0248-B948-C024686078D4}" destId="{B202D2C7-6495-CC42-ACBF-B8324AC83D9E}" srcOrd="1" destOrd="0" parTransId="{0916BA2B-5A69-4944-BB07-E08C50FFC5A0}" sibTransId="{37EA69D8-659F-CF4B-BBBC-B6AE12700EDC}"/>
    <dgm:cxn modelId="{50EF71C7-9B02-B741-9FE3-441BF77B9E86}" srcId="{1CCD9F72-BFA8-3347-965A-11EE21850808}" destId="{A8A372D2-3EB2-E14B-AD49-87D55D380E5F}" srcOrd="0" destOrd="0" parTransId="{16F1CAA2-1531-394C-AC5A-09002BF84012}" sibTransId="{B05FE578-CDEE-3744-B221-6D3E6800D5EB}"/>
    <dgm:cxn modelId="{6E84E6CD-6342-DF49-91A3-4019E012D0E0}" srcId="{0E0CA5EC-8972-5F47-BA87-1C0C03725AE6}" destId="{1CCD9F72-BFA8-3347-965A-11EE21850808}" srcOrd="3" destOrd="0" parTransId="{32466A38-FC28-2E44-8312-1797832C2446}" sibTransId="{481597B8-D5AE-F649-9799-D1EAAD2C75AF}"/>
    <dgm:cxn modelId="{A9A439ED-CCAD-BE43-95DB-F59B2E5CB2FD}" type="presOf" srcId="{55E0F18E-121E-1642-B293-9A77227248D5}" destId="{C8120FD5-374C-DA45-8A74-384C7E384B50}" srcOrd="0" destOrd="0" presId="urn:microsoft.com/office/officeart/2005/8/layout/hProcess6"/>
    <dgm:cxn modelId="{507AB9ED-4195-9144-B25F-E70ABE54DD1B}" type="presOf" srcId="{0E0CA5EC-8972-5F47-BA87-1C0C03725AE6}" destId="{165116EA-3D86-834B-8A5F-4B4B2EFA5D73}" srcOrd="0" destOrd="0" presId="urn:microsoft.com/office/officeart/2005/8/layout/hProcess6"/>
    <dgm:cxn modelId="{C7E9AEEF-776E-274E-BA90-6EA7DFE0B897}" type="presOf" srcId="{61641FF3-34D8-9547-9C0E-BC9940823FA4}" destId="{41A732F8-1C45-3F4D-B84A-737CE87DB364}" srcOrd="1" destOrd="0" presId="urn:microsoft.com/office/officeart/2005/8/layout/hProcess6"/>
    <dgm:cxn modelId="{6688EDF5-A91E-7840-8996-8784FF7BA026}" type="presOf" srcId="{C0D7E2C7-7B25-AB4D-91B9-D05BC508CD53}" destId="{C8120FD5-374C-DA45-8A74-384C7E384B50}" srcOrd="0" destOrd="1" presId="urn:microsoft.com/office/officeart/2005/8/layout/hProcess6"/>
    <dgm:cxn modelId="{FB8D7554-531B-F441-B4C1-053D0341C2E7}" type="presParOf" srcId="{165116EA-3D86-834B-8A5F-4B4B2EFA5D73}" destId="{0E9ED4CC-EB8A-CF42-9BDB-CD4BD2988A2D}" srcOrd="0" destOrd="0" presId="urn:microsoft.com/office/officeart/2005/8/layout/hProcess6"/>
    <dgm:cxn modelId="{F6C53172-2F7C-5D4D-9C10-C6F6D637976F}" type="presParOf" srcId="{0E9ED4CC-EB8A-CF42-9BDB-CD4BD2988A2D}" destId="{55DB7832-535B-394D-BA07-D55DB321869A}" srcOrd="0" destOrd="0" presId="urn:microsoft.com/office/officeart/2005/8/layout/hProcess6"/>
    <dgm:cxn modelId="{944D969C-7943-2041-ABF5-E47685F8E9F1}" type="presParOf" srcId="{0E9ED4CC-EB8A-CF42-9BDB-CD4BD2988A2D}" destId="{AADDC4CE-045E-6547-B8FB-5A209D21D66F}" srcOrd="1" destOrd="0" presId="urn:microsoft.com/office/officeart/2005/8/layout/hProcess6"/>
    <dgm:cxn modelId="{9FDF26DA-9DEE-1E41-B444-EAA1F1205600}" type="presParOf" srcId="{0E9ED4CC-EB8A-CF42-9BDB-CD4BD2988A2D}" destId="{FE8FA6E7-B6B8-A442-A842-8A09008F6661}" srcOrd="2" destOrd="0" presId="urn:microsoft.com/office/officeart/2005/8/layout/hProcess6"/>
    <dgm:cxn modelId="{8EC4FAF5-4064-5B46-9401-2E7A18E87421}" type="presParOf" srcId="{0E9ED4CC-EB8A-CF42-9BDB-CD4BD2988A2D}" destId="{F7B60064-ECF5-B64D-B592-A225E6353E6C}" srcOrd="3" destOrd="0" presId="urn:microsoft.com/office/officeart/2005/8/layout/hProcess6"/>
    <dgm:cxn modelId="{F4A40E54-07EE-0843-8760-4FB2700B8640}" type="presParOf" srcId="{165116EA-3D86-834B-8A5F-4B4B2EFA5D73}" destId="{29CABC37-E552-B84F-BCB5-F7C12E4EEF51}" srcOrd="1" destOrd="0" presId="urn:microsoft.com/office/officeart/2005/8/layout/hProcess6"/>
    <dgm:cxn modelId="{28BC8791-6CCB-404E-B743-0504C3CA293F}" type="presParOf" srcId="{165116EA-3D86-834B-8A5F-4B4B2EFA5D73}" destId="{538004B2-6988-8F48-B362-576963B5CFD1}" srcOrd="2" destOrd="0" presId="urn:microsoft.com/office/officeart/2005/8/layout/hProcess6"/>
    <dgm:cxn modelId="{AE1677FE-08A4-8443-B4A2-145F048AA61A}" type="presParOf" srcId="{538004B2-6988-8F48-B362-576963B5CFD1}" destId="{4DF68307-E659-904A-A6DE-AD1CCC552698}" srcOrd="0" destOrd="0" presId="urn:microsoft.com/office/officeart/2005/8/layout/hProcess6"/>
    <dgm:cxn modelId="{D8B6D102-23F9-8B4F-B43E-76FE76BEA758}" type="presParOf" srcId="{538004B2-6988-8F48-B362-576963B5CFD1}" destId="{C8120FD5-374C-DA45-8A74-384C7E384B50}" srcOrd="1" destOrd="0" presId="urn:microsoft.com/office/officeart/2005/8/layout/hProcess6"/>
    <dgm:cxn modelId="{001188D6-074E-BC49-A2F1-1BD19E04F3AD}" type="presParOf" srcId="{538004B2-6988-8F48-B362-576963B5CFD1}" destId="{3623462E-2A7D-A64E-A025-B2645F17605E}" srcOrd="2" destOrd="0" presId="urn:microsoft.com/office/officeart/2005/8/layout/hProcess6"/>
    <dgm:cxn modelId="{8E531F2F-16DE-9449-BB94-3F41885BD22A}" type="presParOf" srcId="{538004B2-6988-8F48-B362-576963B5CFD1}" destId="{020907CC-E2B4-BE4A-B654-F59B9148E449}" srcOrd="3" destOrd="0" presId="urn:microsoft.com/office/officeart/2005/8/layout/hProcess6"/>
    <dgm:cxn modelId="{27D43997-01CB-974C-9BD7-02B07640BE93}" type="presParOf" srcId="{165116EA-3D86-834B-8A5F-4B4B2EFA5D73}" destId="{AF1E28EC-2901-EF46-BB87-8539A321ABAE}" srcOrd="3" destOrd="0" presId="urn:microsoft.com/office/officeart/2005/8/layout/hProcess6"/>
    <dgm:cxn modelId="{E8DB9318-29AC-BB4E-88EE-D1B02E681965}" type="presParOf" srcId="{165116EA-3D86-834B-8A5F-4B4B2EFA5D73}" destId="{B6F78945-A0DA-F645-8A1B-2AC5880855E8}" srcOrd="4" destOrd="0" presId="urn:microsoft.com/office/officeart/2005/8/layout/hProcess6"/>
    <dgm:cxn modelId="{77F72F82-1D5B-CA45-8A15-CE7B117B8D92}" type="presParOf" srcId="{B6F78945-A0DA-F645-8A1B-2AC5880855E8}" destId="{3D8E982A-3DF8-2641-A2FC-22D516EDC2A8}" srcOrd="0" destOrd="0" presId="urn:microsoft.com/office/officeart/2005/8/layout/hProcess6"/>
    <dgm:cxn modelId="{AC95A1DE-D85E-2145-AE61-620104A26B78}" type="presParOf" srcId="{B6F78945-A0DA-F645-8A1B-2AC5880855E8}" destId="{BD556ABD-8895-224F-B546-D8C4E978F3D8}" srcOrd="1" destOrd="0" presId="urn:microsoft.com/office/officeart/2005/8/layout/hProcess6"/>
    <dgm:cxn modelId="{38A43E7E-5201-CA4D-8FC9-980BDE9EA7D5}" type="presParOf" srcId="{B6F78945-A0DA-F645-8A1B-2AC5880855E8}" destId="{41A732F8-1C45-3F4D-B84A-737CE87DB364}" srcOrd="2" destOrd="0" presId="urn:microsoft.com/office/officeart/2005/8/layout/hProcess6"/>
    <dgm:cxn modelId="{820C47B9-BBD4-D64E-BBA9-B10C62EB894E}" type="presParOf" srcId="{B6F78945-A0DA-F645-8A1B-2AC5880855E8}" destId="{579D19A0-634D-ED46-BD45-101A50DD02C4}" srcOrd="3" destOrd="0" presId="urn:microsoft.com/office/officeart/2005/8/layout/hProcess6"/>
    <dgm:cxn modelId="{9482D401-52D8-3048-9264-63607504D480}" type="presParOf" srcId="{165116EA-3D86-834B-8A5F-4B4B2EFA5D73}" destId="{B8DF5830-D691-904D-B72B-D837A240A7A8}" srcOrd="5" destOrd="0" presId="urn:microsoft.com/office/officeart/2005/8/layout/hProcess6"/>
    <dgm:cxn modelId="{B16B553D-D017-8F43-8E73-744418100C3D}" type="presParOf" srcId="{165116EA-3D86-834B-8A5F-4B4B2EFA5D73}" destId="{2D6AF3C4-BA0B-AC46-A486-0F4B9F1D30B5}" srcOrd="6" destOrd="0" presId="urn:microsoft.com/office/officeart/2005/8/layout/hProcess6"/>
    <dgm:cxn modelId="{4D84FFBF-7EEA-0141-8191-C2CF04AF8868}" type="presParOf" srcId="{2D6AF3C4-BA0B-AC46-A486-0F4B9F1D30B5}" destId="{B9617A71-93B2-C44F-A03D-A59549D0E1F0}" srcOrd="0" destOrd="0" presId="urn:microsoft.com/office/officeart/2005/8/layout/hProcess6"/>
    <dgm:cxn modelId="{69E09840-ABC6-6C48-8B95-CD58C097D2EF}" type="presParOf" srcId="{2D6AF3C4-BA0B-AC46-A486-0F4B9F1D30B5}" destId="{15864434-2AE8-EE44-9621-B9132D505678}" srcOrd="1" destOrd="0" presId="urn:microsoft.com/office/officeart/2005/8/layout/hProcess6"/>
    <dgm:cxn modelId="{D9CB39ED-C9C3-624A-86E8-3A5274244508}" type="presParOf" srcId="{2D6AF3C4-BA0B-AC46-A486-0F4B9F1D30B5}" destId="{2985B150-2D18-824A-A483-1B022D3D6F9B}" srcOrd="2" destOrd="0" presId="urn:microsoft.com/office/officeart/2005/8/layout/hProcess6"/>
    <dgm:cxn modelId="{12235A9C-5165-D844-93FF-1020A55E9202}" type="presParOf" srcId="{2D6AF3C4-BA0B-AC46-A486-0F4B9F1D30B5}" destId="{72E2F5FB-5509-A940-967F-0DE24152C2A9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E0CA5EC-8972-5F47-BA87-1C0C03725AE6}" type="doc">
      <dgm:prSet loTypeId="urn:microsoft.com/office/officeart/2005/8/layout/hProcess6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56B27A5-504D-F64C-A5DC-3D306C5C862C}">
      <dgm:prSet phldrT="[Text]"/>
      <dgm:spPr/>
      <dgm:t>
        <a:bodyPr/>
        <a:lstStyle/>
        <a:p>
          <a:r>
            <a:rPr lang="en-US"/>
            <a:t>Week 5-7</a:t>
          </a:r>
          <a:endParaRPr lang="en-US" dirty="0"/>
        </a:p>
      </dgm:t>
    </dgm:pt>
    <dgm:pt modelId="{E1F76D54-63E7-C342-9E08-C0A37E0C316D}" type="parTrans" cxnId="{FA23D9A4-B3BA-DF49-96CA-5C22CDD59248}">
      <dgm:prSet/>
      <dgm:spPr/>
      <dgm:t>
        <a:bodyPr/>
        <a:lstStyle/>
        <a:p>
          <a:endParaRPr lang="en-US"/>
        </a:p>
      </dgm:t>
    </dgm:pt>
    <dgm:pt modelId="{D6ACDF4A-DC06-3248-B22E-E3120210202E}" type="sibTrans" cxnId="{FA23D9A4-B3BA-DF49-96CA-5C22CDD59248}">
      <dgm:prSet/>
      <dgm:spPr/>
      <dgm:t>
        <a:bodyPr/>
        <a:lstStyle/>
        <a:p>
          <a:endParaRPr lang="en-US"/>
        </a:p>
      </dgm:t>
    </dgm:pt>
    <dgm:pt modelId="{55E0F18E-121E-1642-B293-9A77227248D5}">
      <dgm:prSet phldrT="[Text]"/>
      <dgm:spPr/>
      <dgm:t>
        <a:bodyPr/>
        <a:lstStyle/>
        <a:p>
          <a:r>
            <a:rPr lang="en-US" b="1" dirty="0"/>
            <a:t>Training session</a:t>
          </a:r>
        </a:p>
      </dgm:t>
    </dgm:pt>
    <dgm:pt modelId="{70A878AA-3B73-9A4C-B4FC-AA8143B4D8A3}" type="parTrans" cxnId="{37791383-847F-2240-B31F-D9D2C8289CCE}">
      <dgm:prSet/>
      <dgm:spPr/>
      <dgm:t>
        <a:bodyPr/>
        <a:lstStyle/>
        <a:p>
          <a:endParaRPr lang="en-US"/>
        </a:p>
      </dgm:t>
    </dgm:pt>
    <dgm:pt modelId="{6AED3D52-6DD5-4F47-B22F-9FBD2404FF18}" type="sibTrans" cxnId="{37791383-847F-2240-B31F-D9D2C8289CCE}">
      <dgm:prSet/>
      <dgm:spPr/>
      <dgm:t>
        <a:bodyPr/>
        <a:lstStyle/>
        <a:p>
          <a:endParaRPr lang="en-US"/>
        </a:p>
      </dgm:t>
    </dgm:pt>
    <dgm:pt modelId="{C0D7E2C7-7B25-AB4D-91B9-D05BC508CD53}">
      <dgm:prSet phldrT="[Text]"/>
      <dgm:spPr/>
      <dgm:t>
        <a:bodyPr/>
        <a:lstStyle/>
        <a:p>
          <a:r>
            <a:rPr lang="en-US" dirty="0"/>
            <a:t>each model trains 100+ times</a:t>
          </a:r>
        </a:p>
      </dgm:t>
    </dgm:pt>
    <dgm:pt modelId="{1953C02E-84D9-2644-95B8-5D5873174563}" type="parTrans" cxnId="{25399D3A-286C-9946-A5CC-419E8DD32024}">
      <dgm:prSet/>
      <dgm:spPr/>
      <dgm:t>
        <a:bodyPr/>
        <a:lstStyle/>
        <a:p>
          <a:endParaRPr lang="en-US"/>
        </a:p>
      </dgm:t>
    </dgm:pt>
    <dgm:pt modelId="{E982AE4C-BD2C-C34A-A872-A8FF36D06B99}" type="sibTrans" cxnId="{25399D3A-286C-9946-A5CC-419E8DD32024}">
      <dgm:prSet/>
      <dgm:spPr/>
      <dgm:t>
        <a:bodyPr/>
        <a:lstStyle/>
        <a:p>
          <a:endParaRPr lang="en-US"/>
        </a:p>
      </dgm:t>
    </dgm:pt>
    <dgm:pt modelId="{F7E2DB32-AFE4-0248-B948-C024686078D4}">
      <dgm:prSet phldrT="[Text]"/>
      <dgm:spPr/>
      <dgm:t>
        <a:bodyPr/>
        <a:lstStyle/>
        <a:p>
          <a:r>
            <a:rPr lang="en-US" dirty="0"/>
            <a:t>Week 8-9</a:t>
          </a:r>
        </a:p>
      </dgm:t>
    </dgm:pt>
    <dgm:pt modelId="{D16B9D5B-91D0-F64B-B91F-3412B98F146D}" type="parTrans" cxnId="{73FC5A19-AE14-CB4D-A76F-59B888C6815E}">
      <dgm:prSet/>
      <dgm:spPr/>
      <dgm:t>
        <a:bodyPr/>
        <a:lstStyle/>
        <a:p>
          <a:endParaRPr lang="en-US"/>
        </a:p>
      </dgm:t>
    </dgm:pt>
    <dgm:pt modelId="{3DF5F7B1-E650-734B-9F9B-582E239606C4}" type="sibTrans" cxnId="{73FC5A19-AE14-CB4D-A76F-59B888C6815E}">
      <dgm:prSet/>
      <dgm:spPr/>
      <dgm:t>
        <a:bodyPr/>
        <a:lstStyle/>
        <a:p>
          <a:endParaRPr lang="en-US"/>
        </a:p>
      </dgm:t>
    </dgm:pt>
    <dgm:pt modelId="{61641FF3-34D8-9547-9C0E-BC9940823FA4}">
      <dgm:prSet phldrT="[Text]"/>
      <dgm:spPr/>
      <dgm:t>
        <a:bodyPr/>
        <a:lstStyle/>
        <a:p>
          <a:r>
            <a:rPr lang="en-US" b="1" dirty="0"/>
            <a:t>Evaluation</a:t>
          </a:r>
        </a:p>
      </dgm:t>
    </dgm:pt>
    <dgm:pt modelId="{067A09FC-6154-1348-8F2C-3F12994E6846}" type="parTrans" cxnId="{C9187C3D-CD04-1442-AAAA-B543C7799933}">
      <dgm:prSet/>
      <dgm:spPr/>
      <dgm:t>
        <a:bodyPr/>
        <a:lstStyle/>
        <a:p>
          <a:endParaRPr lang="en-US"/>
        </a:p>
      </dgm:t>
    </dgm:pt>
    <dgm:pt modelId="{597A7454-2D4D-D147-8149-8CC2578AFD0D}" type="sibTrans" cxnId="{C9187C3D-CD04-1442-AAAA-B543C7799933}">
      <dgm:prSet/>
      <dgm:spPr/>
      <dgm:t>
        <a:bodyPr/>
        <a:lstStyle/>
        <a:p>
          <a:endParaRPr lang="en-US"/>
        </a:p>
      </dgm:t>
    </dgm:pt>
    <dgm:pt modelId="{1CCD9F72-BFA8-3347-965A-11EE21850808}">
      <dgm:prSet phldrT="[Text]"/>
      <dgm:spPr/>
      <dgm:t>
        <a:bodyPr/>
        <a:lstStyle/>
        <a:p>
          <a:r>
            <a:rPr lang="en-US" dirty="0"/>
            <a:t>Week 10</a:t>
          </a:r>
        </a:p>
      </dgm:t>
    </dgm:pt>
    <dgm:pt modelId="{32466A38-FC28-2E44-8312-1797832C2446}" type="parTrans" cxnId="{6E84E6CD-6342-DF49-91A3-4019E012D0E0}">
      <dgm:prSet/>
      <dgm:spPr/>
      <dgm:t>
        <a:bodyPr/>
        <a:lstStyle/>
        <a:p>
          <a:endParaRPr lang="en-US"/>
        </a:p>
      </dgm:t>
    </dgm:pt>
    <dgm:pt modelId="{481597B8-D5AE-F649-9799-D1EAAD2C75AF}" type="sibTrans" cxnId="{6E84E6CD-6342-DF49-91A3-4019E012D0E0}">
      <dgm:prSet/>
      <dgm:spPr/>
      <dgm:t>
        <a:bodyPr/>
        <a:lstStyle/>
        <a:p>
          <a:endParaRPr lang="en-US"/>
        </a:p>
      </dgm:t>
    </dgm:pt>
    <dgm:pt modelId="{50EF421A-4C85-FA4D-89F9-E54AC2201D60}">
      <dgm:prSet phldrT="[Text]"/>
      <dgm:spPr/>
      <dgm:t>
        <a:bodyPr/>
        <a:lstStyle/>
        <a:p>
          <a:r>
            <a:rPr lang="en-US" b="1" dirty="0"/>
            <a:t>Visualization</a:t>
          </a:r>
        </a:p>
      </dgm:t>
    </dgm:pt>
    <dgm:pt modelId="{86BE5A27-7CFD-6549-BB6E-66C388B37FA7}" type="parTrans" cxnId="{746B85DD-66E1-6547-8E3F-BECEAA7919FF}">
      <dgm:prSet/>
      <dgm:spPr/>
      <dgm:t>
        <a:bodyPr/>
        <a:lstStyle/>
        <a:p>
          <a:endParaRPr lang="en-US"/>
        </a:p>
      </dgm:t>
    </dgm:pt>
    <dgm:pt modelId="{DE2309D6-56BC-C44F-A8B5-69DE0839BB1D}" type="sibTrans" cxnId="{746B85DD-66E1-6547-8E3F-BECEAA7919FF}">
      <dgm:prSet/>
      <dgm:spPr/>
      <dgm:t>
        <a:bodyPr/>
        <a:lstStyle/>
        <a:p>
          <a:endParaRPr lang="en-US"/>
        </a:p>
      </dgm:t>
    </dgm:pt>
    <dgm:pt modelId="{A8A372D2-3EB2-E14B-AD49-87D55D380E5F}">
      <dgm:prSet phldrT="[Text]"/>
      <dgm:spPr/>
      <dgm:t>
        <a:bodyPr/>
        <a:lstStyle/>
        <a:p>
          <a:r>
            <a:rPr lang="en-US" dirty="0"/>
            <a:t>Boxplots, </a:t>
          </a:r>
          <a:r>
            <a:rPr lang="en-US" dirty="0" err="1"/>
            <a:t>Confusionmatrix</a:t>
          </a:r>
          <a:endParaRPr lang="en-US" dirty="0"/>
        </a:p>
      </dgm:t>
    </dgm:pt>
    <dgm:pt modelId="{16F1CAA2-1531-394C-AC5A-09002BF84012}" type="parTrans" cxnId="{50EF71C7-9B02-B741-9FE3-441BF77B9E86}">
      <dgm:prSet/>
      <dgm:spPr/>
      <dgm:t>
        <a:bodyPr/>
        <a:lstStyle/>
        <a:p>
          <a:endParaRPr lang="en-US"/>
        </a:p>
      </dgm:t>
    </dgm:pt>
    <dgm:pt modelId="{B05FE578-CDEE-3744-B221-6D3E6800D5EB}" type="sibTrans" cxnId="{50EF71C7-9B02-B741-9FE3-441BF77B9E86}">
      <dgm:prSet/>
      <dgm:spPr/>
      <dgm:t>
        <a:bodyPr/>
        <a:lstStyle/>
        <a:p>
          <a:endParaRPr lang="en-US"/>
        </a:p>
      </dgm:t>
    </dgm:pt>
    <dgm:pt modelId="{550B23A0-0CF2-A443-93AD-FC1623E0C5DA}">
      <dgm:prSet phldrT="[Text]"/>
      <dgm:spPr/>
      <dgm:t>
        <a:bodyPr/>
        <a:lstStyle/>
        <a:p>
          <a:r>
            <a:rPr lang="en-US" dirty="0"/>
            <a:t>Week 11-12</a:t>
          </a:r>
        </a:p>
      </dgm:t>
    </dgm:pt>
    <dgm:pt modelId="{1D37990F-7B89-7B4A-AD55-7F7305B1988F}" type="parTrans" cxnId="{54F13989-2A11-744D-BF06-2EB03BDC70AA}">
      <dgm:prSet/>
      <dgm:spPr/>
      <dgm:t>
        <a:bodyPr/>
        <a:lstStyle/>
        <a:p>
          <a:endParaRPr lang="en-US"/>
        </a:p>
      </dgm:t>
    </dgm:pt>
    <dgm:pt modelId="{6CC6D4AE-70F3-7B4A-AAC1-A30E6E744E78}" type="sibTrans" cxnId="{54F13989-2A11-744D-BF06-2EB03BDC70AA}">
      <dgm:prSet/>
      <dgm:spPr/>
      <dgm:t>
        <a:bodyPr/>
        <a:lstStyle/>
        <a:p>
          <a:endParaRPr lang="en-US"/>
        </a:p>
      </dgm:t>
    </dgm:pt>
    <dgm:pt modelId="{2A0C6308-0C8C-524C-837C-D95F9B9D210A}">
      <dgm:prSet phldrT="[Text]"/>
      <dgm:spPr/>
      <dgm:t>
        <a:bodyPr/>
        <a:lstStyle/>
        <a:p>
          <a:r>
            <a:rPr lang="en-US" b="1" dirty="0"/>
            <a:t>Report Documentation</a:t>
          </a:r>
        </a:p>
      </dgm:t>
    </dgm:pt>
    <dgm:pt modelId="{269A8D1B-801A-BA41-A666-49A1952C5F1B}" type="parTrans" cxnId="{20238CF9-77B9-484F-8169-08EA19E521B6}">
      <dgm:prSet/>
      <dgm:spPr/>
      <dgm:t>
        <a:bodyPr/>
        <a:lstStyle/>
        <a:p>
          <a:endParaRPr lang="en-US"/>
        </a:p>
      </dgm:t>
    </dgm:pt>
    <dgm:pt modelId="{A5A481F5-D7A0-054B-B5F6-8DF703CEEB61}" type="sibTrans" cxnId="{20238CF9-77B9-484F-8169-08EA19E521B6}">
      <dgm:prSet/>
      <dgm:spPr/>
      <dgm:t>
        <a:bodyPr/>
        <a:lstStyle/>
        <a:p>
          <a:endParaRPr lang="en-US"/>
        </a:p>
      </dgm:t>
    </dgm:pt>
    <dgm:pt modelId="{FCB15D4A-86F2-2043-B5A7-CA9E00EF139D}">
      <dgm:prSet phldrT="[Text]"/>
      <dgm:spPr/>
      <dgm:t>
        <a:bodyPr/>
        <a:lstStyle/>
        <a:p>
          <a:r>
            <a:rPr lang="en-US" dirty="0"/>
            <a:t>Metric computation/</a:t>
          </a:r>
          <a:br>
            <a:rPr lang="en-US" dirty="0"/>
          </a:br>
          <a:r>
            <a:rPr lang="en-US" dirty="0"/>
            <a:t>collection</a:t>
          </a:r>
        </a:p>
      </dgm:t>
    </dgm:pt>
    <dgm:pt modelId="{3ABD1D09-795C-214B-9FA4-7A2936941C95}" type="parTrans" cxnId="{09605FE7-C781-ED47-AD92-D51B35C05F5C}">
      <dgm:prSet/>
      <dgm:spPr/>
      <dgm:t>
        <a:bodyPr/>
        <a:lstStyle/>
        <a:p>
          <a:endParaRPr lang="en-US"/>
        </a:p>
      </dgm:t>
    </dgm:pt>
    <dgm:pt modelId="{D9856DA9-E846-DD41-8A7C-7B0FC8890876}" type="sibTrans" cxnId="{09605FE7-C781-ED47-AD92-D51B35C05F5C}">
      <dgm:prSet/>
      <dgm:spPr/>
      <dgm:t>
        <a:bodyPr/>
        <a:lstStyle/>
        <a:p>
          <a:endParaRPr lang="en-US"/>
        </a:p>
      </dgm:t>
    </dgm:pt>
    <dgm:pt modelId="{165116EA-3D86-834B-8A5F-4B4B2EFA5D73}" type="pres">
      <dgm:prSet presAssocID="{0E0CA5EC-8972-5F47-BA87-1C0C03725AE6}" presName="theList" presStyleCnt="0">
        <dgm:presLayoutVars>
          <dgm:dir/>
          <dgm:animLvl val="lvl"/>
          <dgm:resizeHandles val="exact"/>
        </dgm:presLayoutVars>
      </dgm:prSet>
      <dgm:spPr/>
    </dgm:pt>
    <dgm:pt modelId="{538004B2-6988-8F48-B362-576963B5CFD1}" type="pres">
      <dgm:prSet presAssocID="{556B27A5-504D-F64C-A5DC-3D306C5C862C}" presName="compNode" presStyleCnt="0"/>
      <dgm:spPr/>
    </dgm:pt>
    <dgm:pt modelId="{4DF68307-E659-904A-A6DE-AD1CCC552698}" type="pres">
      <dgm:prSet presAssocID="{556B27A5-504D-F64C-A5DC-3D306C5C862C}" presName="noGeometry" presStyleCnt="0"/>
      <dgm:spPr/>
    </dgm:pt>
    <dgm:pt modelId="{C8120FD5-374C-DA45-8A74-384C7E384B50}" type="pres">
      <dgm:prSet presAssocID="{556B27A5-504D-F64C-A5DC-3D306C5C862C}" presName="childTextVisible" presStyleLbl="bgAccFollowNode1" presStyleIdx="0" presStyleCnt="4">
        <dgm:presLayoutVars>
          <dgm:bulletEnabled val="1"/>
        </dgm:presLayoutVars>
      </dgm:prSet>
      <dgm:spPr/>
    </dgm:pt>
    <dgm:pt modelId="{3623462E-2A7D-A64E-A025-B2645F17605E}" type="pres">
      <dgm:prSet presAssocID="{556B27A5-504D-F64C-A5DC-3D306C5C862C}" presName="childTextHidden" presStyleLbl="bgAccFollowNode1" presStyleIdx="0" presStyleCnt="4"/>
      <dgm:spPr/>
    </dgm:pt>
    <dgm:pt modelId="{020907CC-E2B4-BE4A-B654-F59B9148E449}" type="pres">
      <dgm:prSet presAssocID="{556B27A5-504D-F64C-A5DC-3D306C5C862C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AF1E28EC-2901-EF46-BB87-8539A321ABAE}" type="pres">
      <dgm:prSet presAssocID="{556B27A5-504D-F64C-A5DC-3D306C5C862C}" presName="aSpace" presStyleCnt="0"/>
      <dgm:spPr/>
    </dgm:pt>
    <dgm:pt modelId="{B6F78945-A0DA-F645-8A1B-2AC5880855E8}" type="pres">
      <dgm:prSet presAssocID="{F7E2DB32-AFE4-0248-B948-C024686078D4}" presName="compNode" presStyleCnt="0"/>
      <dgm:spPr/>
    </dgm:pt>
    <dgm:pt modelId="{3D8E982A-3DF8-2641-A2FC-22D516EDC2A8}" type="pres">
      <dgm:prSet presAssocID="{F7E2DB32-AFE4-0248-B948-C024686078D4}" presName="noGeometry" presStyleCnt="0"/>
      <dgm:spPr/>
    </dgm:pt>
    <dgm:pt modelId="{BD556ABD-8895-224F-B546-D8C4E978F3D8}" type="pres">
      <dgm:prSet presAssocID="{F7E2DB32-AFE4-0248-B948-C024686078D4}" presName="childTextVisible" presStyleLbl="bgAccFollowNode1" presStyleIdx="1" presStyleCnt="4">
        <dgm:presLayoutVars>
          <dgm:bulletEnabled val="1"/>
        </dgm:presLayoutVars>
      </dgm:prSet>
      <dgm:spPr/>
    </dgm:pt>
    <dgm:pt modelId="{41A732F8-1C45-3F4D-B84A-737CE87DB364}" type="pres">
      <dgm:prSet presAssocID="{F7E2DB32-AFE4-0248-B948-C024686078D4}" presName="childTextHidden" presStyleLbl="bgAccFollowNode1" presStyleIdx="1" presStyleCnt="4"/>
      <dgm:spPr/>
    </dgm:pt>
    <dgm:pt modelId="{579D19A0-634D-ED46-BD45-101A50DD02C4}" type="pres">
      <dgm:prSet presAssocID="{F7E2DB32-AFE4-0248-B948-C024686078D4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B8DF5830-D691-904D-B72B-D837A240A7A8}" type="pres">
      <dgm:prSet presAssocID="{F7E2DB32-AFE4-0248-B948-C024686078D4}" presName="aSpace" presStyleCnt="0"/>
      <dgm:spPr/>
    </dgm:pt>
    <dgm:pt modelId="{2D6AF3C4-BA0B-AC46-A486-0F4B9F1D30B5}" type="pres">
      <dgm:prSet presAssocID="{1CCD9F72-BFA8-3347-965A-11EE21850808}" presName="compNode" presStyleCnt="0"/>
      <dgm:spPr/>
    </dgm:pt>
    <dgm:pt modelId="{B9617A71-93B2-C44F-A03D-A59549D0E1F0}" type="pres">
      <dgm:prSet presAssocID="{1CCD9F72-BFA8-3347-965A-11EE21850808}" presName="noGeometry" presStyleCnt="0"/>
      <dgm:spPr/>
    </dgm:pt>
    <dgm:pt modelId="{15864434-2AE8-EE44-9621-B9132D505678}" type="pres">
      <dgm:prSet presAssocID="{1CCD9F72-BFA8-3347-965A-11EE21850808}" presName="childTextVisible" presStyleLbl="bgAccFollowNode1" presStyleIdx="2" presStyleCnt="4">
        <dgm:presLayoutVars>
          <dgm:bulletEnabled val="1"/>
        </dgm:presLayoutVars>
      </dgm:prSet>
      <dgm:spPr/>
    </dgm:pt>
    <dgm:pt modelId="{2985B150-2D18-824A-A483-1B022D3D6F9B}" type="pres">
      <dgm:prSet presAssocID="{1CCD9F72-BFA8-3347-965A-11EE21850808}" presName="childTextHidden" presStyleLbl="bgAccFollowNode1" presStyleIdx="2" presStyleCnt="4"/>
      <dgm:spPr/>
    </dgm:pt>
    <dgm:pt modelId="{72E2F5FB-5509-A940-967F-0DE24152C2A9}" type="pres">
      <dgm:prSet presAssocID="{1CCD9F72-BFA8-3347-965A-11EE21850808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2B0093E3-F6D5-8442-9362-C73816E99A37}" type="pres">
      <dgm:prSet presAssocID="{1CCD9F72-BFA8-3347-965A-11EE21850808}" presName="aSpace" presStyleCnt="0"/>
      <dgm:spPr/>
    </dgm:pt>
    <dgm:pt modelId="{C60A4527-5BB6-0041-A08F-7060EDC6805E}" type="pres">
      <dgm:prSet presAssocID="{550B23A0-0CF2-A443-93AD-FC1623E0C5DA}" presName="compNode" presStyleCnt="0"/>
      <dgm:spPr/>
    </dgm:pt>
    <dgm:pt modelId="{F3C716F0-BE2F-4044-8CD9-6AC534CBAE15}" type="pres">
      <dgm:prSet presAssocID="{550B23A0-0CF2-A443-93AD-FC1623E0C5DA}" presName="noGeometry" presStyleCnt="0"/>
      <dgm:spPr/>
    </dgm:pt>
    <dgm:pt modelId="{747F03C5-76A9-424E-B2F0-B898258B9121}" type="pres">
      <dgm:prSet presAssocID="{550B23A0-0CF2-A443-93AD-FC1623E0C5DA}" presName="childTextVisible" presStyleLbl="bgAccFollowNode1" presStyleIdx="3" presStyleCnt="4">
        <dgm:presLayoutVars>
          <dgm:bulletEnabled val="1"/>
        </dgm:presLayoutVars>
      </dgm:prSet>
      <dgm:spPr/>
    </dgm:pt>
    <dgm:pt modelId="{8A98FC52-7466-2442-B0B6-345D2BB3DFEE}" type="pres">
      <dgm:prSet presAssocID="{550B23A0-0CF2-A443-93AD-FC1623E0C5DA}" presName="childTextHidden" presStyleLbl="bgAccFollowNode1" presStyleIdx="3" presStyleCnt="4"/>
      <dgm:spPr/>
    </dgm:pt>
    <dgm:pt modelId="{A1F1F7D3-109C-3B4E-9A40-79AB31F13F09}" type="pres">
      <dgm:prSet presAssocID="{550B23A0-0CF2-A443-93AD-FC1623E0C5DA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D3F05405-8EF0-EF42-8961-4AEA4492D2D6}" type="presOf" srcId="{1CCD9F72-BFA8-3347-965A-11EE21850808}" destId="{72E2F5FB-5509-A940-967F-0DE24152C2A9}" srcOrd="0" destOrd="0" presId="urn:microsoft.com/office/officeart/2005/8/layout/hProcess6"/>
    <dgm:cxn modelId="{FCCE6911-EF3F-A542-97CE-7822B9A381EA}" type="presOf" srcId="{50EF421A-4C85-FA4D-89F9-E54AC2201D60}" destId="{2985B150-2D18-824A-A483-1B022D3D6F9B}" srcOrd="1" destOrd="0" presId="urn:microsoft.com/office/officeart/2005/8/layout/hProcess6"/>
    <dgm:cxn modelId="{77E52619-D7EF-0741-9BE9-DFE69A08A19E}" type="presOf" srcId="{F7E2DB32-AFE4-0248-B948-C024686078D4}" destId="{579D19A0-634D-ED46-BD45-101A50DD02C4}" srcOrd="0" destOrd="0" presId="urn:microsoft.com/office/officeart/2005/8/layout/hProcess6"/>
    <dgm:cxn modelId="{73FC5A19-AE14-CB4D-A76F-59B888C6815E}" srcId="{0E0CA5EC-8972-5F47-BA87-1C0C03725AE6}" destId="{F7E2DB32-AFE4-0248-B948-C024686078D4}" srcOrd="1" destOrd="0" parTransId="{D16B9D5B-91D0-F64B-B91F-3412B98F146D}" sibTransId="{3DF5F7B1-E650-734B-9F9B-582E239606C4}"/>
    <dgm:cxn modelId="{2A9BBA1B-260A-3D43-B787-31E23B8F84F3}" type="presOf" srcId="{A8A372D2-3EB2-E14B-AD49-87D55D380E5F}" destId="{2985B150-2D18-824A-A483-1B022D3D6F9B}" srcOrd="1" destOrd="1" presId="urn:microsoft.com/office/officeart/2005/8/layout/hProcess6"/>
    <dgm:cxn modelId="{DD36501D-B316-284B-B5E4-4F70205D6C01}" type="presOf" srcId="{55E0F18E-121E-1642-B293-9A77227248D5}" destId="{3623462E-2A7D-A64E-A025-B2645F17605E}" srcOrd="1" destOrd="0" presId="urn:microsoft.com/office/officeart/2005/8/layout/hProcess6"/>
    <dgm:cxn modelId="{0469A123-2960-C74A-8882-23130DF68EAA}" type="presOf" srcId="{556B27A5-504D-F64C-A5DC-3D306C5C862C}" destId="{020907CC-E2B4-BE4A-B654-F59B9148E449}" srcOrd="0" destOrd="0" presId="urn:microsoft.com/office/officeart/2005/8/layout/hProcess6"/>
    <dgm:cxn modelId="{25399D3A-286C-9946-A5CC-419E8DD32024}" srcId="{556B27A5-504D-F64C-A5DC-3D306C5C862C}" destId="{C0D7E2C7-7B25-AB4D-91B9-D05BC508CD53}" srcOrd="1" destOrd="0" parTransId="{1953C02E-84D9-2644-95B8-5D5873174563}" sibTransId="{E982AE4C-BD2C-C34A-A872-A8FF36D06B99}"/>
    <dgm:cxn modelId="{C9187C3D-CD04-1442-AAAA-B543C7799933}" srcId="{F7E2DB32-AFE4-0248-B948-C024686078D4}" destId="{61641FF3-34D8-9547-9C0E-BC9940823FA4}" srcOrd="0" destOrd="0" parTransId="{067A09FC-6154-1348-8F2C-3F12994E6846}" sibTransId="{597A7454-2D4D-D147-8149-8CC2578AFD0D}"/>
    <dgm:cxn modelId="{81A1EF3F-CA0A-084E-B7C9-744F35D62126}" type="presOf" srcId="{550B23A0-0CF2-A443-93AD-FC1623E0C5DA}" destId="{A1F1F7D3-109C-3B4E-9A40-79AB31F13F09}" srcOrd="0" destOrd="0" presId="urn:microsoft.com/office/officeart/2005/8/layout/hProcess6"/>
    <dgm:cxn modelId="{0546A052-53E3-E746-B59D-8B378BFE8597}" type="presOf" srcId="{2A0C6308-0C8C-524C-837C-D95F9B9D210A}" destId="{747F03C5-76A9-424E-B2F0-B898258B9121}" srcOrd="0" destOrd="0" presId="urn:microsoft.com/office/officeart/2005/8/layout/hProcess6"/>
    <dgm:cxn modelId="{DC3CFB6A-275D-4147-AF4A-D26DC6DB907E}" type="presOf" srcId="{2A0C6308-0C8C-524C-837C-D95F9B9D210A}" destId="{8A98FC52-7466-2442-B0B6-345D2BB3DFEE}" srcOrd="1" destOrd="0" presId="urn:microsoft.com/office/officeart/2005/8/layout/hProcess6"/>
    <dgm:cxn modelId="{37791383-847F-2240-B31F-D9D2C8289CCE}" srcId="{556B27A5-504D-F64C-A5DC-3D306C5C862C}" destId="{55E0F18E-121E-1642-B293-9A77227248D5}" srcOrd="0" destOrd="0" parTransId="{70A878AA-3B73-9A4C-B4FC-AA8143B4D8A3}" sibTransId="{6AED3D52-6DD5-4F47-B22F-9FBD2404FF18}"/>
    <dgm:cxn modelId="{54F13989-2A11-744D-BF06-2EB03BDC70AA}" srcId="{0E0CA5EC-8972-5F47-BA87-1C0C03725AE6}" destId="{550B23A0-0CF2-A443-93AD-FC1623E0C5DA}" srcOrd="3" destOrd="0" parTransId="{1D37990F-7B89-7B4A-AD55-7F7305B1988F}" sibTransId="{6CC6D4AE-70F3-7B4A-AAC1-A30E6E744E78}"/>
    <dgm:cxn modelId="{0C100697-FDB9-2548-BEEF-F10DE2B6826A}" type="presOf" srcId="{FCB15D4A-86F2-2043-B5A7-CA9E00EF139D}" destId="{BD556ABD-8895-224F-B546-D8C4E978F3D8}" srcOrd="0" destOrd="1" presId="urn:microsoft.com/office/officeart/2005/8/layout/hProcess6"/>
    <dgm:cxn modelId="{FA23D9A4-B3BA-DF49-96CA-5C22CDD59248}" srcId="{0E0CA5EC-8972-5F47-BA87-1C0C03725AE6}" destId="{556B27A5-504D-F64C-A5DC-3D306C5C862C}" srcOrd="0" destOrd="0" parTransId="{E1F76D54-63E7-C342-9E08-C0A37E0C316D}" sibTransId="{D6ACDF4A-DC06-3248-B22E-E3120210202E}"/>
    <dgm:cxn modelId="{BABB24B1-27FA-E340-90F7-DD59311CA5C1}" type="presOf" srcId="{61641FF3-34D8-9547-9C0E-BC9940823FA4}" destId="{BD556ABD-8895-224F-B546-D8C4E978F3D8}" srcOrd="0" destOrd="0" presId="urn:microsoft.com/office/officeart/2005/8/layout/hProcess6"/>
    <dgm:cxn modelId="{BC3FB8B2-4D5D-084D-A6F5-6056E1CB0435}" type="presOf" srcId="{C0D7E2C7-7B25-AB4D-91B9-D05BC508CD53}" destId="{3623462E-2A7D-A64E-A025-B2645F17605E}" srcOrd="1" destOrd="1" presId="urn:microsoft.com/office/officeart/2005/8/layout/hProcess6"/>
    <dgm:cxn modelId="{50EF71C7-9B02-B741-9FE3-441BF77B9E86}" srcId="{1CCD9F72-BFA8-3347-965A-11EE21850808}" destId="{A8A372D2-3EB2-E14B-AD49-87D55D380E5F}" srcOrd="1" destOrd="0" parTransId="{16F1CAA2-1531-394C-AC5A-09002BF84012}" sibTransId="{B05FE578-CDEE-3744-B221-6D3E6800D5EB}"/>
    <dgm:cxn modelId="{4DA7C7CB-3FD5-3946-9823-48B583D7C8C0}" type="presOf" srcId="{A8A372D2-3EB2-E14B-AD49-87D55D380E5F}" destId="{15864434-2AE8-EE44-9621-B9132D505678}" srcOrd="0" destOrd="1" presId="urn:microsoft.com/office/officeart/2005/8/layout/hProcess6"/>
    <dgm:cxn modelId="{6E84E6CD-6342-DF49-91A3-4019E012D0E0}" srcId="{0E0CA5EC-8972-5F47-BA87-1C0C03725AE6}" destId="{1CCD9F72-BFA8-3347-965A-11EE21850808}" srcOrd="2" destOrd="0" parTransId="{32466A38-FC28-2E44-8312-1797832C2446}" sibTransId="{481597B8-D5AE-F649-9799-D1EAAD2C75AF}"/>
    <dgm:cxn modelId="{1977FBD8-3D08-AF4B-AB32-BF27F2D16A06}" type="presOf" srcId="{50EF421A-4C85-FA4D-89F9-E54AC2201D60}" destId="{15864434-2AE8-EE44-9621-B9132D505678}" srcOrd="0" destOrd="0" presId="urn:microsoft.com/office/officeart/2005/8/layout/hProcess6"/>
    <dgm:cxn modelId="{0296DCDB-5BB7-9C40-8F7B-4547E81148DD}" type="presOf" srcId="{FCB15D4A-86F2-2043-B5A7-CA9E00EF139D}" destId="{41A732F8-1C45-3F4D-B84A-737CE87DB364}" srcOrd="1" destOrd="1" presId="urn:microsoft.com/office/officeart/2005/8/layout/hProcess6"/>
    <dgm:cxn modelId="{746B85DD-66E1-6547-8E3F-BECEAA7919FF}" srcId="{1CCD9F72-BFA8-3347-965A-11EE21850808}" destId="{50EF421A-4C85-FA4D-89F9-E54AC2201D60}" srcOrd="0" destOrd="0" parTransId="{86BE5A27-7CFD-6549-BB6E-66C388B37FA7}" sibTransId="{DE2309D6-56BC-C44F-A8B5-69DE0839BB1D}"/>
    <dgm:cxn modelId="{09605FE7-C781-ED47-AD92-D51B35C05F5C}" srcId="{F7E2DB32-AFE4-0248-B948-C024686078D4}" destId="{FCB15D4A-86F2-2043-B5A7-CA9E00EF139D}" srcOrd="1" destOrd="0" parTransId="{3ABD1D09-795C-214B-9FA4-7A2936941C95}" sibTransId="{D9856DA9-E846-DD41-8A7C-7B0FC8890876}"/>
    <dgm:cxn modelId="{A9A439ED-CCAD-BE43-95DB-F59B2E5CB2FD}" type="presOf" srcId="{55E0F18E-121E-1642-B293-9A77227248D5}" destId="{C8120FD5-374C-DA45-8A74-384C7E384B50}" srcOrd="0" destOrd="0" presId="urn:microsoft.com/office/officeart/2005/8/layout/hProcess6"/>
    <dgm:cxn modelId="{507AB9ED-4195-9144-B25F-E70ABE54DD1B}" type="presOf" srcId="{0E0CA5EC-8972-5F47-BA87-1C0C03725AE6}" destId="{165116EA-3D86-834B-8A5F-4B4B2EFA5D73}" srcOrd="0" destOrd="0" presId="urn:microsoft.com/office/officeart/2005/8/layout/hProcess6"/>
    <dgm:cxn modelId="{C7E9AEEF-776E-274E-BA90-6EA7DFE0B897}" type="presOf" srcId="{61641FF3-34D8-9547-9C0E-BC9940823FA4}" destId="{41A732F8-1C45-3F4D-B84A-737CE87DB364}" srcOrd="1" destOrd="0" presId="urn:microsoft.com/office/officeart/2005/8/layout/hProcess6"/>
    <dgm:cxn modelId="{6688EDF5-A91E-7840-8996-8784FF7BA026}" type="presOf" srcId="{C0D7E2C7-7B25-AB4D-91B9-D05BC508CD53}" destId="{C8120FD5-374C-DA45-8A74-384C7E384B50}" srcOrd="0" destOrd="1" presId="urn:microsoft.com/office/officeart/2005/8/layout/hProcess6"/>
    <dgm:cxn modelId="{20238CF9-77B9-484F-8169-08EA19E521B6}" srcId="{550B23A0-0CF2-A443-93AD-FC1623E0C5DA}" destId="{2A0C6308-0C8C-524C-837C-D95F9B9D210A}" srcOrd="0" destOrd="0" parTransId="{269A8D1B-801A-BA41-A666-49A1952C5F1B}" sibTransId="{A5A481F5-D7A0-054B-B5F6-8DF703CEEB61}"/>
    <dgm:cxn modelId="{28BC8791-6CCB-404E-B743-0504C3CA293F}" type="presParOf" srcId="{165116EA-3D86-834B-8A5F-4B4B2EFA5D73}" destId="{538004B2-6988-8F48-B362-576963B5CFD1}" srcOrd="0" destOrd="0" presId="urn:microsoft.com/office/officeart/2005/8/layout/hProcess6"/>
    <dgm:cxn modelId="{AE1677FE-08A4-8443-B4A2-145F048AA61A}" type="presParOf" srcId="{538004B2-6988-8F48-B362-576963B5CFD1}" destId="{4DF68307-E659-904A-A6DE-AD1CCC552698}" srcOrd="0" destOrd="0" presId="urn:microsoft.com/office/officeart/2005/8/layout/hProcess6"/>
    <dgm:cxn modelId="{D8B6D102-23F9-8B4F-B43E-76FE76BEA758}" type="presParOf" srcId="{538004B2-6988-8F48-B362-576963B5CFD1}" destId="{C8120FD5-374C-DA45-8A74-384C7E384B50}" srcOrd="1" destOrd="0" presId="urn:microsoft.com/office/officeart/2005/8/layout/hProcess6"/>
    <dgm:cxn modelId="{001188D6-074E-BC49-A2F1-1BD19E04F3AD}" type="presParOf" srcId="{538004B2-6988-8F48-B362-576963B5CFD1}" destId="{3623462E-2A7D-A64E-A025-B2645F17605E}" srcOrd="2" destOrd="0" presId="urn:microsoft.com/office/officeart/2005/8/layout/hProcess6"/>
    <dgm:cxn modelId="{8E531F2F-16DE-9449-BB94-3F41885BD22A}" type="presParOf" srcId="{538004B2-6988-8F48-B362-576963B5CFD1}" destId="{020907CC-E2B4-BE4A-B654-F59B9148E449}" srcOrd="3" destOrd="0" presId="urn:microsoft.com/office/officeart/2005/8/layout/hProcess6"/>
    <dgm:cxn modelId="{27D43997-01CB-974C-9BD7-02B07640BE93}" type="presParOf" srcId="{165116EA-3D86-834B-8A5F-4B4B2EFA5D73}" destId="{AF1E28EC-2901-EF46-BB87-8539A321ABAE}" srcOrd="1" destOrd="0" presId="urn:microsoft.com/office/officeart/2005/8/layout/hProcess6"/>
    <dgm:cxn modelId="{E8DB9318-29AC-BB4E-88EE-D1B02E681965}" type="presParOf" srcId="{165116EA-3D86-834B-8A5F-4B4B2EFA5D73}" destId="{B6F78945-A0DA-F645-8A1B-2AC5880855E8}" srcOrd="2" destOrd="0" presId="urn:microsoft.com/office/officeart/2005/8/layout/hProcess6"/>
    <dgm:cxn modelId="{77F72F82-1D5B-CA45-8A15-CE7B117B8D92}" type="presParOf" srcId="{B6F78945-A0DA-F645-8A1B-2AC5880855E8}" destId="{3D8E982A-3DF8-2641-A2FC-22D516EDC2A8}" srcOrd="0" destOrd="0" presId="urn:microsoft.com/office/officeart/2005/8/layout/hProcess6"/>
    <dgm:cxn modelId="{AC95A1DE-D85E-2145-AE61-620104A26B78}" type="presParOf" srcId="{B6F78945-A0DA-F645-8A1B-2AC5880855E8}" destId="{BD556ABD-8895-224F-B546-D8C4E978F3D8}" srcOrd="1" destOrd="0" presId="urn:microsoft.com/office/officeart/2005/8/layout/hProcess6"/>
    <dgm:cxn modelId="{38A43E7E-5201-CA4D-8FC9-980BDE9EA7D5}" type="presParOf" srcId="{B6F78945-A0DA-F645-8A1B-2AC5880855E8}" destId="{41A732F8-1C45-3F4D-B84A-737CE87DB364}" srcOrd="2" destOrd="0" presId="urn:microsoft.com/office/officeart/2005/8/layout/hProcess6"/>
    <dgm:cxn modelId="{820C47B9-BBD4-D64E-BBA9-B10C62EB894E}" type="presParOf" srcId="{B6F78945-A0DA-F645-8A1B-2AC5880855E8}" destId="{579D19A0-634D-ED46-BD45-101A50DD02C4}" srcOrd="3" destOrd="0" presId="urn:microsoft.com/office/officeart/2005/8/layout/hProcess6"/>
    <dgm:cxn modelId="{9482D401-52D8-3048-9264-63607504D480}" type="presParOf" srcId="{165116EA-3D86-834B-8A5F-4B4B2EFA5D73}" destId="{B8DF5830-D691-904D-B72B-D837A240A7A8}" srcOrd="3" destOrd="0" presId="urn:microsoft.com/office/officeart/2005/8/layout/hProcess6"/>
    <dgm:cxn modelId="{B16B553D-D017-8F43-8E73-744418100C3D}" type="presParOf" srcId="{165116EA-3D86-834B-8A5F-4B4B2EFA5D73}" destId="{2D6AF3C4-BA0B-AC46-A486-0F4B9F1D30B5}" srcOrd="4" destOrd="0" presId="urn:microsoft.com/office/officeart/2005/8/layout/hProcess6"/>
    <dgm:cxn modelId="{4D84FFBF-7EEA-0141-8191-C2CF04AF8868}" type="presParOf" srcId="{2D6AF3C4-BA0B-AC46-A486-0F4B9F1D30B5}" destId="{B9617A71-93B2-C44F-A03D-A59549D0E1F0}" srcOrd="0" destOrd="0" presId="urn:microsoft.com/office/officeart/2005/8/layout/hProcess6"/>
    <dgm:cxn modelId="{69E09840-ABC6-6C48-8B95-CD58C097D2EF}" type="presParOf" srcId="{2D6AF3C4-BA0B-AC46-A486-0F4B9F1D30B5}" destId="{15864434-2AE8-EE44-9621-B9132D505678}" srcOrd="1" destOrd="0" presId="urn:microsoft.com/office/officeart/2005/8/layout/hProcess6"/>
    <dgm:cxn modelId="{D9CB39ED-C9C3-624A-86E8-3A5274244508}" type="presParOf" srcId="{2D6AF3C4-BA0B-AC46-A486-0F4B9F1D30B5}" destId="{2985B150-2D18-824A-A483-1B022D3D6F9B}" srcOrd="2" destOrd="0" presId="urn:microsoft.com/office/officeart/2005/8/layout/hProcess6"/>
    <dgm:cxn modelId="{12235A9C-5165-D844-93FF-1020A55E9202}" type="presParOf" srcId="{2D6AF3C4-BA0B-AC46-A486-0F4B9F1D30B5}" destId="{72E2F5FB-5509-A940-967F-0DE24152C2A9}" srcOrd="3" destOrd="0" presId="urn:microsoft.com/office/officeart/2005/8/layout/hProcess6"/>
    <dgm:cxn modelId="{554CBCEB-2E52-D54F-9974-E52451819A07}" type="presParOf" srcId="{165116EA-3D86-834B-8A5F-4B4B2EFA5D73}" destId="{2B0093E3-F6D5-8442-9362-C73816E99A37}" srcOrd="5" destOrd="0" presId="urn:microsoft.com/office/officeart/2005/8/layout/hProcess6"/>
    <dgm:cxn modelId="{C4734672-62B4-6441-93FA-9D5BFFBDD48E}" type="presParOf" srcId="{165116EA-3D86-834B-8A5F-4B4B2EFA5D73}" destId="{C60A4527-5BB6-0041-A08F-7060EDC6805E}" srcOrd="6" destOrd="0" presId="urn:microsoft.com/office/officeart/2005/8/layout/hProcess6"/>
    <dgm:cxn modelId="{D5D047E4-8BCC-B546-9CE1-A8A438ADD618}" type="presParOf" srcId="{C60A4527-5BB6-0041-A08F-7060EDC6805E}" destId="{F3C716F0-BE2F-4044-8CD9-6AC534CBAE15}" srcOrd="0" destOrd="0" presId="urn:microsoft.com/office/officeart/2005/8/layout/hProcess6"/>
    <dgm:cxn modelId="{F0901CF0-0450-9D42-A4C7-AD621C6B335D}" type="presParOf" srcId="{C60A4527-5BB6-0041-A08F-7060EDC6805E}" destId="{747F03C5-76A9-424E-B2F0-B898258B9121}" srcOrd="1" destOrd="0" presId="urn:microsoft.com/office/officeart/2005/8/layout/hProcess6"/>
    <dgm:cxn modelId="{A8592E86-6E72-F041-A4EB-45936EFB9579}" type="presParOf" srcId="{C60A4527-5BB6-0041-A08F-7060EDC6805E}" destId="{8A98FC52-7466-2442-B0B6-345D2BB3DFEE}" srcOrd="2" destOrd="0" presId="urn:microsoft.com/office/officeart/2005/8/layout/hProcess6"/>
    <dgm:cxn modelId="{EF290D25-611B-8F40-BA0C-D4B8D8F1F358}" type="presParOf" srcId="{C60A4527-5BB6-0041-A08F-7060EDC6805E}" destId="{A1F1F7D3-109C-3B4E-9A40-79AB31F13F09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DDC4CE-045E-6547-B8FB-5A209D21D66F}">
      <dsp:nvSpPr>
        <dsp:cNvPr id="0" name=""/>
        <dsp:cNvSpPr/>
      </dsp:nvSpPr>
      <dsp:spPr>
        <a:xfrm>
          <a:off x="511531" y="246439"/>
          <a:ext cx="2025074" cy="1770170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6985" rIns="1397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Project Topic Selection</a:t>
          </a:r>
        </a:p>
      </dsp:txBody>
      <dsp:txXfrm>
        <a:off x="1017800" y="511965"/>
        <a:ext cx="987223" cy="1239119"/>
      </dsp:txXfrm>
    </dsp:sp>
    <dsp:sp modelId="{F7B60064-ECF5-B64D-B592-A225E6353E6C}">
      <dsp:nvSpPr>
        <dsp:cNvPr id="0" name=""/>
        <dsp:cNvSpPr/>
      </dsp:nvSpPr>
      <dsp:spPr>
        <a:xfrm>
          <a:off x="5262" y="625255"/>
          <a:ext cx="1012537" cy="101253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Week 0</a:t>
          </a:r>
        </a:p>
      </dsp:txBody>
      <dsp:txXfrm>
        <a:off x="153545" y="773538"/>
        <a:ext cx="715971" cy="715971"/>
      </dsp:txXfrm>
    </dsp:sp>
    <dsp:sp modelId="{C8120FD5-374C-DA45-8A74-384C7E384B50}">
      <dsp:nvSpPr>
        <dsp:cNvPr id="0" name=""/>
        <dsp:cNvSpPr/>
      </dsp:nvSpPr>
      <dsp:spPr>
        <a:xfrm>
          <a:off x="3169441" y="246439"/>
          <a:ext cx="2025074" cy="1770170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6985" rIns="13970" bIns="698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Project Workflow Definition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Experimental Setup Definition</a:t>
          </a:r>
        </a:p>
      </dsp:txBody>
      <dsp:txXfrm>
        <a:off x="3675710" y="511965"/>
        <a:ext cx="987223" cy="1239119"/>
      </dsp:txXfrm>
    </dsp:sp>
    <dsp:sp modelId="{020907CC-E2B4-BE4A-B654-F59B9148E449}">
      <dsp:nvSpPr>
        <dsp:cNvPr id="0" name=""/>
        <dsp:cNvSpPr/>
      </dsp:nvSpPr>
      <dsp:spPr>
        <a:xfrm>
          <a:off x="2663173" y="625255"/>
          <a:ext cx="1012537" cy="101253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Week 1</a:t>
          </a:r>
        </a:p>
      </dsp:txBody>
      <dsp:txXfrm>
        <a:off x="2811456" y="773538"/>
        <a:ext cx="715971" cy="715971"/>
      </dsp:txXfrm>
    </dsp:sp>
    <dsp:sp modelId="{BD556ABD-8895-224F-B546-D8C4E978F3D8}">
      <dsp:nvSpPr>
        <dsp:cNvPr id="0" name=""/>
        <dsp:cNvSpPr/>
      </dsp:nvSpPr>
      <dsp:spPr>
        <a:xfrm>
          <a:off x="5827352" y="246439"/>
          <a:ext cx="2025074" cy="1770170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6985" rIns="13970" bIns="698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kern="1200" dirty="0"/>
            <a:t>Initial Setup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1 Train Iteration --&gt; project feasibility evaluation</a:t>
          </a:r>
        </a:p>
      </dsp:txBody>
      <dsp:txXfrm>
        <a:off x="6333620" y="511965"/>
        <a:ext cx="987223" cy="1239119"/>
      </dsp:txXfrm>
    </dsp:sp>
    <dsp:sp modelId="{579D19A0-634D-ED46-BD45-101A50DD02C4}">
      <dsp:nvSpPr>
        <dsp:cNvPr id="0" name=""/>
        <dsp:cNvSpPr/>
      </dsp:nvSpPr>
      <dsp:spPr>
        <a:xfrm>
          <a:off x="5321083" y="625255"/>
          <a:ext cx="1012537" cy="101253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Week 2</a:t>
          </a:r>
        </a:p>
      </dsp:txBody>
      <dsp:txXfrm>
        <a:off x="5469366" y="773538"/>
        <a:ext cx="715971" cy="715971"/>
      </dsp:txXfrm>
    </dsp:sp>
    <dsp:sp modelId="{15864434-2AE8-EE44-9621-B9132D505678}">
      <dsp:nvSpPr>
        <dsp:cNvPr id="0" name=""/>
        <dsp:cNvSpPr/>
      </dsp:nvSpPr>
      <dsp:spPr>
        <a:xfrm>
          <a:off x="8485262" y="246439"/>
          <a:ext cx="2025074" cy="1770170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6985" rIns="1397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Experimental Pipeline Setup </a:t>
          </a:r>
          <a:r>
            <a:rPr lang="en-US" sz="1100" kern="1200" dirty="0"/>
            <a:t>for multiple iterations</a:t>
          </a:r>
        </a:p>
      </dsp:txBody>
      <dsp:txXfrm>
        <a:off x="8991531" y="511965"/>
        <a:ext cx="987223" cy="1239119"/>
      </dsp:txXfrm>
    </dsp:sp>
    <dsp:sp modelId="{72E2F5FB-5509-A940-967F-0DE24152C2A9}">
      <dsp:nvSpPr>
        <dsp:cNvPr id="0" name=""/>
        <dsp:cNvSpPr/>
      </dsp:nvSpPr>
      <dsp:spPr>
        <a:xfrm>
          <a:off x="7978993" y="625255"/>
          <a:ext cx="1012537" cy="101253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Week 3-4</a:t>
          </a:r>
        </a:p>
      </dsp:txBody>
      <dsp:txXfrm>
        <a:off x="8127276" y="773538"/>
        <a:ext cx="715971" cy="71597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120FD5-374C-DA45-8A74-384C7E384B50}">
      <dsp:nvSpPr>
        <dsp:cNvPr id="0" name=""/>
        <dsp:cNvSpPr/>
      </dsp:nvSpPr>
      <dsp:spPr>
        <a:xfrm>
          <a:off x="511531" y="159059"/>
          <a:ext cx="2025074" cy="1770170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11430" bIns="5715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kern="1200" dirty="0"/>
            <a:t>Training session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each model trains 100+ times</a:t>
          </a:r>
        </a:p>
      </dsp:txBody>
      <dsp:txXfrm>
        <a:off x="1017800" y="424585"/>
        <a:ext cx="987223" cy="1239119"/>
      </dsp:txXfrm>
    </dsp:sp>
    <dsp:sp modelId="{020907CC-E2B4-BE4A-B654-F59B9148E449}">
      <dsp:nvSpPr>
        <dsp:cNvPr id="0" name=""/>
        <dsp:cNvSpPr/>
      </dsp:nvSpPr>
      <dsp:spPr>
        <a:xfrm>
          <a:off x="5262" y="537875"/>
          <a:ext cx="1012537" cy="101253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Week 5-7</a:t>
          </a:r>
          <a:endParaRPr lang="en-US" sz="2200" kern="1200" dirty="0"/>
        </a:p>
      </dsp:txBody>
      <dsp:txXfrm>
        <a:off x="153545" y="686158"/>
        <a:ext cx="715971" cy="715971"/>
      </dsp:txXfrm>
    </dsp:sp>
    <dsp:sp modelId="{BD556ABD-8895-224F-B546-D8C4E978F3D8}">
      <dsp:nvSpPr>
        <dsp:cNvPr id="0" name=""/>
        <dsp:cNvSpPr/>
      </dsp:nvSpPr>
      <dsp:spPr>
        <a:xfrm>
          <a:off x="3169441" y="159059"/>
          <a:ext cx="2025074" cy="1770170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11430" bIns="5715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kern="1200" dirty="0"/>
            <a:t>Evaluation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Metric computation/</a:t>
          </a:r>
          <a:br>
            <a:rPr lang="en-US" sz="900" kern="1200" dirty="0"/>
          </a:br>
          <a:r>
            <a:rPr lang="en-US" sz="900" kern="1200" dirty="0"/>
            <a:t>collection</a:t>
          </a:r>
        </a:p>
      </dsp:txBody>
      <dsp:txXfrm>
        <a:off x="3675710" y="424585"/>
        <a:ext cx="987223" cy="1239119"/>
      </dsp:txXfrm>
    </dsp:sp>
    <dsp:sp modelId="{579D19A0-634D-ED46-BD45-101A50DD02C4}">
      <dsp:nvSpPr>
        <dsp:cNvPr id="0" name=""/>
        <dsp:cNvSpPr/>
      </dsp:nvSpPr>
      <dsp:spPr>
        <a:xfrm>
          <a:off x="2663173" y="537875"/>
          <a:ext cx="1012537" cy="101253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Week 8-9</a:t>
          </a:r>
        </a:p>
      </dsp:txBody>
      <dsp:txXfrm>
        <a:off x="2811456" y="686158"/>
        <a:ext cx="715971" cy="715971"/>
      </dsp:txXfrm>
    </dsp:sp>
    <dsp:sp modelId="{15864434-2AE8-EE44-9621-B9132D505678}">
      <dsp:nvSpPr>
        <dsp:cNvPr id="0" name=""/>
        <dsp:cNvSpPr/>
      </dsp:nvSpPr>
      <dsp:spPr>
        <a:xfrm>
          <a:off x="5827352" y="159059"/>
          <a:ext cx="2025074" cy="1770170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11430" bIns="5715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kern="1200" dirty="0"/>
            <a:t>Visualization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Boxplots, </a:t>
          </a:r>
          <a:r>
            <a:rPr lang="en-US" sz="900" kern="1200" dirty="0" err="1"/>
            <a:t>Confusionmatrix</a:t>
          </a:r>
          <a:endParaRPr lang="en-US" sz="900" kern="1200" dirty="0"/>
        </a:p>
      </dsp:txBody>
      <dsp:txXfrm>
        <a:off x="6333620" y="424585"/>
        <a:ext cx="987223" cy="1239119"/>
      </dsp:txXfrm>
    </dsp:sp>
    <dsp:sp modelId="{72E2F5FB-5509-A940-967F-0DE24152C2A9}">
      <dsp:nvSpPr>
        <dsp:cNvPr id="0" name=""/>
        <dsp:cNvSpPr/>
      </dsp:nvSpPr>
      <dsp:spPr>
        <a:xfrm>
          <a:off x="5321083" y="537875"/>
          <a:ext cx="1012537" cy="101253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Week 10</a:t>
          </a:r>
        </a:p>
      </dsp:txBody>
      <dsp:txXfrm>
        <a:off x="5469366" y="686158"/>
        <a:ext cx="715971" cy="715971"/>
      </dsp:txXfrm>
    </dsp:sp>
    <dsp:sp modelId="{747F03C5-76A9-424E-B2F0-B898258B9121}">
      <dsp:nvSpPr>
        <dsp:cNvPr id="0" name=""/>
        <dsp:cNvSpPr/>
      </dsp:nvSpPr>
      <dsp:spPr>
        <a:xfrm>
          <a:off x="8485262" y="159059"/>
          <a:ext cx="2025074" cy="1770170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1143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/>
            <a:t>Report Documentation</a:t>
          </a:r>
        </a:p>
      </dsp:txBody>
      <dsp:txXfrm>
        <a:off x="8991531" y="424585"/>
        <a:ext cx="987223" cy="1239119"/>
      </dsp:txXfrm>
    </dsp:sp>
    <dsp:sp modelId="{A1F1F7D3-109C-3B4E-9A40-79AB31F13F09}">
      <dsp:nvSpPr>
        <dsp:cNvPr id="0" name=""/>
        <dsp:cNvSpPr/>
      </dsp:nvSpPr>
      <dsp:spPr>
        <a:xfrm>
          <a:off x="7978993" y="537875"/>
          <a:ext cx="1012537" cy="101253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Week 11-12</a:t>
          </a:r>
        </a:p>
      </dsp:txBody>
      <dsp:txXfrm>
        <a:off x="8127276" y="686158"/>
        <a:ext cx="715971" cy="7159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69E1FA8-D9C3-69F7-B7E8-1DAE08EEF2F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466382-1ECA-D386-459C-21DA5433DC8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1BBB6B-19EB-8D47-AB6C-DE7C6BA4236F}" type="datetimeFigureOut">
              <a:rPr lang="en-US" smtClean="0"/>
              <a:t>1/21/26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E42520-E4E9-3B90-1B53-3276A7946E4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8CE5EC-C359-DAFB-85CB-D371EC58EA3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DD121A-715C-7748-8489-C5D15A02C6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7766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5DD59B-D786-DC43-9C69-D04BD94FE445}" type="datetimeFigureOut">
              <a:rPr lang="en-US" smtClean="0"/>
              <a:t>1/21/26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8AB72D-9E76-0742-99AE-6EFD6BB20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239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649EE-0C8F-6620-862E-F81AA1296B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08685E-FEAD-35C2-0DEC-0B6084C3F4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ED595-685A-D5FD-46D0-BAFB5A365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704A4-1161-BF45-9740-33019B21C8A3}" type="datetime1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AC72E-1459-D5EA-6A7C-D0906DF89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338D2-2ABC-BDFD-21A5-740E3BB59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DDBC6-3F12-624A-861F-8BE10A48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89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9C10A-C007-4DC1-7640-651762673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49EF3-99B4-C64C-575E-D383FB555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ABC0A-59F7-67D6-5BF2-715315E6F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3BD01-EDB5-4840-82F9-344C9CB895B6}" type="datetime1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CBE49-BB95-9CF4-EC61-E4F01C8BF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2524F-83A5-7C8C-2A2D-9F8F3DFC6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DDBC6-3F12-624A-861F-8BE10A48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213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072DD-A548-6464-D06F-64EA5E2C3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92E5C-5A5B-5718-34F8-F818E8D334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81D6A-F8CF-5FCB-64BF-B9B7C6B8C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D8D56-248D-E944-A5F8-E9A160B005E5}" type="datetime1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F98687-2E0B-91B4-6144-F714362BA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3B129-1750-33D9-3CEF-47B3B62C4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DDBC6-3F12-624A-861F-8BE10A48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478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0D320-09FD-4311-F8FA-6D673C62E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5AAE0-B853-14E6-8134-1EFE526FA1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FCDE4-3B3E-6460-01E4-DC6675B513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1F1B9D-FDB9-106D-79C4-CCDD3E1BD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FA2A9-0AA6-3445-82BF-6B8BB09304EF}" type="datetime1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C285D-97BA-3543-EFF1-CAC3B13FD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C77B62-BC09-6001-05FD-16F38154C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DDBC6-3F12-624A-861F-8BE10A48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224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0E249-0147-4C2B-D0BE-C9BA1BD1D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85F37D-F4DA-8995-E7D0-2F7E38BBB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E6ABBF-1810-8562-035E-942961546F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5D9A47-3EC3-63D5-BAA7-5381C8625B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C08D5D-F2E6-C8CB-B451-930C950CB4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7DDFEC-7295-5C68-5B49-E44B5F7E4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7E54F-D6C3-D64B-AE4B-02C5914B19EA}" type="datetime1">
              <a:rPr lang="en-US" smtClean="0"/>
              <a:t>1/21/26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17E6C5-5DAA-960F-C5BC-D9099C171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BD6BF6-B362-6FC2-08CC-1455F6772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DDBC6-3F12-624A-861F-8BE10A48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334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CD694-072F-0BC0-BBD9-6729C58CE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266A42-45D9-1DAC-CA6A-C79696AF9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493D4-6C90-A34E-9F73-480389731907}" type="datetime1">
              <a:rPr lang="en-US" smtClean="0"/>
              <a:t>1/21/26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3ACF91-3BF4-0DF1-569A-93A1289CB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809C21-FAEC-5C6A-FCF8-C962EC81D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DDBC6-3F12-624A-861F-8BE10A48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006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BA1653-E219-F41D-65B8-1CDA4384A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0E3F-9870-A04C-8BC7-4303AA2AF55F}" type="datetime1">
              <a:rPr lang="en-US" smtClean="0"/>
              <a:t>1/21/26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90ACDC-EDDD-6AD3-76EE-82293E74E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27FA4F-0B51-846C-9537-85B0216CF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DDBC6-3F12-624A-861F-8BE10A48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387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5C528-2A25-9F81-7583-20BB3DEE5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72BF8-90F0-0D3F-9C79-6561627E2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D80515-02EB-A8F0-35E2-520007186F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2AE6BC-AAFD-745C-8B3E-095DD5944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1EFB1-5922-324C-8485-4EFBBD480CE9}" type="datetime1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A62B1D-0B64-1D1D-D3BD-52E909FEB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1CB6C8-FACF-7661-3E25-C783B05EE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DDBC6-3F12-624A-861F-8BE10A48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705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EB5BC-EE4D-0DE0-C8F0-1F8E382F4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805222-EC45-D534-93E3-42884DA709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8320B3-FE35-8CBD-82AC-83C84BAE60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41655D-BC49-E581-C01A-03F4A041F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D5344-8EBC-FE4A-AF0D-3ED6BA39B26F}" type="datetime1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2BF019-6065-99AE-AF55-9E57DB496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27BF77-9482-FBE6-6C83-BF0CAF24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DDBC6-3F12-624A-861F-8BE10A48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117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168E8-BC08-BFB8-A529-D0CE686B3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E301C3-5EB7-6885-8110-2A3840AF7E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A5B171-76F2-1245-F350-7867C287E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7FB82-E7D1-F449-A6B4-A1473A8706C5}" type="datetime1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BF9AC9-5854-AC13-D800-220922EB3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C0459-3314-152E-AC0D-96272F812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DDBC6-3F12-624A-861F-8BE10A48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582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E3150B-D775-2711-2241-9953FBF86F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A05F52-F0BB-D466-9D99-3D912FE140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318BB-577A-BA6C-6E3B-B83889CE4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59C91-AE59-B943-A252-B49BDBCE5496}" type="datetime1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FEDEE-5E60-7035-0882-8E16DFE7E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63A35-9334-5E8C-85DE-43428BBF4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DDBC6-3F12-624A-861F-8BE10A48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626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702588-A952-35B9-33AA-46590468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8C0A73-62B0-0920-69CF-7663BE83B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9AC5C-4F15-62C1-CD0C-58E18DF0B4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23.10.2025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7AE645-4971-AEAE-67E8-5063E47CBD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F36F3-2F04-59F3-A604-1CAB5B1468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BDDBC6-3F12-624A-861F-8BE10A48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462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CAD256-4D77-1554-0232-028AAC90BD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581025"/>
            <a:ext cx="9144000" cy="4741252"/>
          </a:xfrm>
        </p:spPr>
        <p:txBody>
          <a:bodyPr anchor="ctr">
            <a:normAutofit/>
          </a:bodyPr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Statistical Analysis of Sign Language Recognition with CNNs</a:t>
            </a:r>
            <a:b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Final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9F6B86-D1B8-A324-ABCF-B17F5FD21A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6912" y="5645150"/>
            <a:ext cx="8258176" cy="631825"/>
          </a:xfrm>
        </p:spPr>
        <p:txBody>
          <a:bodyPr anchor="ctr">
            <a:normAutofit lnSpcReduction="10000"/>
          </a:bodyPr>
          <a:lstStyle/>
          <a:p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Advanced Topics of AI – P</a:t>
            </a:r>
          </a:p>
          <a:p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21.01.2026</a:t>
            </a:r>
          </a:p>
          <a:p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Julia Xu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3392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1" name="Rectangle 2070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1D7B07-2052-4C41-F436-5E2A55316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Sign Language Recognition Using Simple CNNs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FB0ED5-3BEB-2D34-66FB-21D1ACA89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8882" y="4631161"/>
            <a:ext cx="3571810" cy="155932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Topic</a:t>
            </a:r>
          </a:p>
        </p:txBody>
      </p:sp>
      <p:sp>
        <p:nvSpPr>
          <p:cNvPr id="207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Sign Language Images – Browse 934,171 Stock Photos, Vectors ...">
            <a:extLst>
              <a:ext uri="{FF2B5EF4-FFF2-40B4-BE49-F238E27FC236}">
                <a16:creationId xmlns:a16="http://schemas.microsoft.com/office/drawing/2014/main" id="{380E96E6-E2C6-73CB-4308-D0BB34A84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8" r="9285"/>
          <a:stretch>
            <a:fillRect/>
          </a:stretch>
        </p:blipFill>
        <p:spPr bwMode="auto">
          <a:xfrm>
            <a:off x="4654296" y="1385674"/>
            <a:ext cx="7214616" cy="4059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A9EEB4-F5C9-969F-988C-E9FFD0510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Julia Xu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8FBFC8-3A73-4AFF-A0DC-01CF603CC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D6BDDBC6-3F12-624A-861F-8BE10A484F0E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  <a:defRPr/>
              </a:pPr>
              <a:t>2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2205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33B6B-87F2-83AC-B6C1-47D45B7F6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55331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Project Workflow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8B0E77-D5BE-6BBA-1C6C-95DB8CBBA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Julia Xu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FE03FD-4666-07A9-4B2C-D90937068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DDBC6-3F12-624A-861F-8BE10A484F0E}" type="slidenum">
              <a:rPr lang="en-US" smtClean="0"/>
              <a:t>3</a:t>
            </a:fld>
            <a:endParaRPr lang="en-US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FA1CEE97-F3F1-8B17-397A-C197FF89FEE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22630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3" name="Content Placeholder 11">
            <a:extLst>
              <a:ext uri="{FF2B5EF4-FFF2-40B4-BE49-F238E27FC236}">
                <a16:creationId xmlns:a16="http://schemas.microsoft.com/office/drawing/2014/main" id="{A49CCB82-435D-1A76-C3AD-395054ED6222}"/>
              </a:ext>
            </a:extLst>
          </p:cNvPr>
          <p:cNvGraphicFramePr>
            <a:graphicFrameLocks/>
          </p:cNvGraphicFramePr>
          <p:nvPr/>
        </p:nvGraphicFramePr>
        <p:xfrm>
          <a:off x="838200" y="4088673"/>
          <a:ext cx="10515600" cy="20882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CFDA4CDA-5801-BF42-FD6F-442227A76BB2}"/>
              </a:ext>
            </a:extLst>
          </p:cNvPr>
          <p:cNvSpPr txBox="1"/>
          <p:nvPr/>
        </p:nvSpPr>
        <p:spPr>
          <a:xfrm>
            <a:off x="8934994" y="1972491"/>
            <a:ext cx="15603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~ Mid November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153DCC-9D49-8D38-9CCF-6211E42EB2D5}"/>
              </a:ext>
            </a:extLst>
          </p:cNvPr>
          <p:cNvSpPr txBox="1"/>
          <p:nvPr/>
        </p:nvSpPr>
        <p:spPr>
          <a:xfrm>
            <a:off x="5315824" y="4114173"/>
            <a:ext cx="18189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~ Christmas Break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ED7515-D356-0CA2-5C79-B39D28A00718}"/>
              </a:ext>
            </a:extLst>
          </p:cNvPr>
          <p:cNvSpPr txBox="1"/>
          <p:nvPr/>
        </p:nvSpPr>
        <p:spPr>
          <a:xfrm>
            <a:off x="8971953" y="4239954"/>
            <a:ext cx="18189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~ End January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64352B4-8726-2D0D-B33B-31386C790930}"/>
              </a:ext>
            </a:extLst>
          </p:cNvPr>
          <p:cNvSpPr/>
          <p:nvPr/>
        </p:nvSpPr>
        <p:spPr>
          <a:xfrm>
            <a:off x="8745415" y="4168479"/>
            <a:ext cx="2690813" cy="192867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460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D8156-069C-25FB-4110-831F8DAA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8E810-C666-8C0A-ED34-E79EA9E6B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Research Plan</a:t>
            </a:r>
          </a:p>
          <a:p>
            <a:pPr marL="514350" indent="-514350">
              <a:buAutoNum type="arabicPeriod"/>
            </a:pPr>
            <a:r>
              <a:rPr lang="en-US" dirty="0"/>
              <a:t>Model Variants</a:t>
            </a:r>
          </a:p>
          <a:p>
            <a:pPr marL="514350" indent="-514350">
              <a:buAutoNum type="arabicPeriod"/>
            </a:pPr>
            <a:r>
              <a:rPr lang="en-US" dirty="0"/>
              <a:t>Experiment Setup</a:t>
            </a:r>
          </a:p>
          <a:p>
            <a:pPr marL="514350" indent="-514350">
              <a:buAutoNum type="arabicPeriod"/>
            </a:pPr>
            <a:r>
              <a:rPr lang="en-US" dirty="0"/>
              <a:t>Results</a:t>
            </a:r>
          </a:p>
          <a:p>
            <a:pPr marL="971550" lvl="1" indent="-514350">
              <a:buAutoNum type="arabicPeriod"/>
            </a:pPr>
            <a:r>
              <a:rPr lang="en-US" dirty="0"/>
              <a:t>Training</a:t>
            </a:r>
          </a:p>
          <a:p>
            <a:pPr marL="971550" lvl="1" indent="-514350">
              <a:buAutoNum type="arabicPeriod"/>
            </a:pPr>
            <a:r>
              <a:rPr lang="en-US" dirty="0"/>
              <a:t>Statistical Analysis</a:t>
            </a:r>
          </a:p>
          <a:p>
            <a:pPr marL="514350" indent="-514350">
              <a:buAutoNum type="arabicPeriod"/>
            </a:pPr>
            <a:r>
              <a:rPr lang="en-US" dirty="0"/>
              <a:t>Conclusion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047C53-0569-03A9-9918-A592DF953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Julia Xu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C0D97B-2299-7EDB-576F-1998CE54B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DDBC6-3F12-624A-861F-8BE10A484F0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781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4A4B3-9818-8E6D-A9E5-048B092DC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Research Plan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A129A3-137A-9977-BC46-7ECBE3C56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Julia Xu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A08C8D-66FB-389D-DB63-18953B688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DDBC6-3F12-624A-861F-8BE10A484F0E}" type="slidenum">
              <a:rPr lang="en-US" smtClean="0"/>
              <a:t>5</a:t>
            </a:fld>
            <a:endParaRPr lang="en-US"/>
          </a:p>
        </p:txBody>
      </p:sp>
      <p:pic>
        <p:nvPicPr>
          <p:cNvPr id="9" name="Content Placeholder 8" descr="A diagram of a diagram&#10;&#10;AI-generated content may be incorrect.">
            <a:extLst>
              <a:ext uri="{FF2B5EF4-FFF2-40B4-BE49-F238E27FC236}">
                <a16:creationId xmlns:a16="http://schemas.microsoft.com/office/drawing/2014/main" id="{9E7D1F23-11C6-5402-B6D9-A0CFB3B1B7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8468" y="1825625"/>
            <a:ext cx="8775064" cy="4351338"/>
          </a:xfrm>
        </p:spPr>
      </p:pic>
    </p:spTree>
    <p:extLst>
      <p:ext uri="{BB962C8B-B14F-4D97-AF65-F5344CB8AC3E}">
        <p14:creationId xmlns:p14="http://schemas.microsoft.com/office/powerpoint/2010/main" val="1302615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69CDD-DD80-743E-9F3D-48EC54168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D7EB1-112C-60B8-CE30-70623D9B7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Model Variants/Groups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82302-51AC-73E4-D4EA-48E0D03D5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59780" cy="4351338"/>
          </a:xfrm>
        </p:spPr>
        <p:txBody>
          <a:bodyPr>
            <a:normAutofit/>
          </a:bodyPr>
          <a:lstStyle/>
          <a:p>
            <a:pPr>
              <a:spcAft>
                <a:spcPts val="1000"/>
              </a:spcAft>
            </a:pPr>
            <a:r>
              <a:rPr lang="en-US" dirty="0">
                <a:sym typeface="Wingdings" pitchFamily="2" charset="2"/>
              </a:rPr>
              <a:t>CNN model variants:</a:t>
            </a:r>
          </a:p>
          <a:p>
            <a:pPr lvl="1"/>
            <a:r>
              <a:rPr lang="en-US" b="1" dirty="0" err="1">
                <a:sym typeface="Wingdings" pitchFamily="2" charset="2"/>
              </a:rPr>
              <a:t>BaselineCNN</a:t>
            </a:r>
            <a:r>
              <a:rPr lang="en-US" dirty="0">
                <a:sym typeface="Wingdings" pitchFamily="2" charset="2"/>
              </a:rPr>
              <a:t>: 	</a:t>
            </a:r>
            <a:r>
              <a:rPr lang="en-US" b="1" dirty="0">
                <a:sym typeface="Wingdings" pitchFamily="2" charset="2"/>
              </a:rPr>
              <a:t>2</a:t>
            </a:r>
            <a:r>
              <a:rPr lang="en-US" dirty="0">
                <a:sym typeface="Wingdings" pitchFamily="2" charset="2"/>
              </a:rPr>
              <a:t>-layered CNN </a:t>
            </a:r>
            <a:br>
              <a:rPr lang="en-US" dirty="0">
                <a:sym typeface="Wingdings" pitchFamily="2" charset="2"/>
              </a:rPr>
            </a:br>
            <a:r>
              <a:rPr lang="en-US" dirty="0">
                <a:sym typeface="Wingdings" pitchFamily="2" charset="2"/>
              </a:rPr>
              <a:t>				w/ dropout 0.3</a:t>
            </a:r>
          </a:p>
          <a:p>
            <a:pPr lvl="1"/>
            <a:r>
              <a:rPr lang="en-US" b="1" dirty="0" err="1">
                <a:sym typeface="Wingdings" pitchFamily="2" charset="2"/>
              </a:rPr>
              <a:t>DeeperCNN</a:t>
            </a:r>
            <a:r>
              <a:rPr lang="en-US" dirty="0">
                <a:sym typeface="Wingdings" pitchFamily="2" charset="2"/>
              </a:rPr>
              <a:t>: 	</a:t>
            </a:r>
            <a:r>
              <a:rPr lang="en-US" b="1" dirty="0">
                <a:sym typeface="Wingdings" pitchFamily="2" charset="2"/>
              </a:rPr>
              <a:t>3</a:t>
            </a:r>
            <a:r>
              <a:rPr lang="en-US" dirty="0">
                <a:sym typeface="Wingdings" pitchFamily="2" charset="2"/>
              </a:rPr>
              <a:t>-layered CNN </a:t>
            </a:r>
            <a:br>
              <a:rPr lang="en-US" dirty="0">
                <a:sym typeface="Wingdings" pitchFamily="2" charset="2"/>
              </a:rPr>
            </a:br>
            <a:r>
              <a:rPr lang="en-US" dirty="0">
                <a:sym typeface="Wingdings" pitchFamily="2" charset="2"/>
              </a:rPr>
              <a:t>				w/ dropout 0.3</a:t>
            </a:r>
          </a:p>
          <a:p>
            <a:pPr lvl="1"/>
            <a:r>
              <a:rPr lang="en-US" b="1" dirty="0" err="1">
                <a:sym typeface="Wingdings" pitchFamily="2" charset="2"/>
              </a:rPr>
              <a:t>RegularizedCNN</a:t>
            </a:r>
            <a:r>
              <a:rPr lang="en-US" dirty="0">
                <a:sym typeface="Wingdings" pitchFamily="2" charset="2"/>
              </a:rPr>
              <a:t>: 3-layered CNN </a:t>
            </a:r>
            <a:br>
              <a:rPr lang="en-US" dirty="0">
                <a:sym typeface="Wingdings" pitchFamily="2" charset="2"/>
              </a:rPr>
            </a:br>
            <a:r>
              <a:rPr lang="en-US" dirty="0">
                <a:sym typeface="Wingdings" pitchFamily="2" charset="2"/>
              </a:rPr>
              <a:t>				w/ dropout </a:t>
            </a:r>
            <a:r>
              <a:rPr lang="en-US" b="1" dirty="0">
                <a:sym typeface="Wingdings" pitchFamily="2" charset="2"/>
              </a:rPr>
              <a:t>0.5</a:t>
            </a:r>
          </a:p>
          <a:p>
            <a:r>
              <a:rPr lang="en-US" dirty="0">
                <a:sym typeface="Wingdings" pitchFamily="2" charset="2"/>
              </a:rPr>
              <a:t>MobileNetV3 small:</a:t>
            </a:r>
          </a:p>
          <a:p>
            <a:pPr lvl="1"/>
            <a:r>
              <a:rPr lang="en-US" dirty="0">
                <a:sym typeface="Wingdings" pitchFamily="2" charset="2"/>
              </a:rPr>
              <a:t>Pretrained</a:t>
            </a:r>
          </a:p>
          <a:p>
            <a:pPr lvl="1"/>
            <a:r>
              <a:rPr lang="en-US" dirty="0">
                <a:sym typeface="Wingdings" pitchFamily="2" charset="2"/>
              </a:rPr>
              <a:t>Discarded due to very high accuracies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152BD8-8DA7-C62D-C99F-C20C55063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Julia Xu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F26C60-1BE2-7FA2-2473-1424120A8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DDBC6-3F12-624A-861F-8BE10A484F0E}" type="slidenum">
              <a:rPr lang="en-US" smtClean="0"/>
              <a:t>6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C9AE2C-8B1D-B5BE-5766-7CD4044F5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1077" y="1931693"/>
            <a:ext cx="4202723" cy="4944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12AD026-719B-9638-AC65-507CF18F6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284" y="3255446"/>
            <a:ext cx="3392824" cy="482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024D199-5DD6-B949-4E6D-6E387B6E2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3592" y="4532191"/>
            <a:ext cx="3990208" cy="65893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67BF0B2-1736-13BE-66F5-C9EB4AEBB972}"/>
              </a:ext>
            </a:extLst>
          </p:cNvPr>
          <p:cNvSpPr/>
          <p:nvPr/>
        </p:nvSpPr>
        <p:spPr>
          <a:xfrm>
            <a:off x="7502769" y="3153508"/>
            <a:ext cx="2250831" cy="5845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CA9F65-AB20-3470-33B5-8FA58768D8BA}"/>
              </a:ext>
            </a:extLst>
          </p:cNvPr>
          <p:cNvSpPr txBox="1"/>
          <p:nvPr/>
        </p:nvSpPr>
        <p:spPr>
          <a:xfrm>
            <a:off x="838200" y="6176963"/>
            <a:ext cx="1051559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Hugging Face. Model card for mobilenetv3 small 100.lamb in1k. https://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huggingface.co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timm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/mobilenetv3_small_100.lamb_in1k. [Accessed 21-11-2025]</a:t>
            </a:r>
          </a:p>
        </p:txBody>
      </p:sp>
    </p:spTree>
    <p:extLst>
      <p:ext uri="{BB962C8B-B14F-4D97-AF65-F5344CB8AC3E}">
        <p14:creationId xmlns:p14="http://schemas.microsoft.com/office/powerpoint/2010/main" val="1526953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6D707-65B9-CBF3-517B-7D057CC69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67D0C-3B93-20EB-2CC0-7ECE4E010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Experiment Setup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8A8BF8-F2EC-6695-26D7-00606CD97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Julia Xu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27595C-CEDB-BD00-5F95-FCA48CCA8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DDBC6-3F12-624A-861F-8BE10A484F0E}" type="slidenum">
              <a:rPr lang="en-US" smtClean="0"/>
              <a:t>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A78320-6B5D-F850-FFB2-F1DACEA95E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000"/>
              </a:spcAft>
            </a:pPr>
            <a:r>
              <a:rPr lang="en-US" dirty="0"/>
              <a:t>Preprocessing:</a:t>
            </a:r>
          </a:p>
          <a:p>
            <a:pPr lvl="1">
              <a:spcAft>
                <a:spcPts val="1000"/>
              </a:spcAft>
            </a:pPr>
            <a:r>
              <a:rPr lang="en-US" dirty="0"/>
              <a:t>Dataset: Kaggle ASL Alphabet (200x200 images)</a:t>
            </a:r>
          </a:p>
          <a:p>
            <a:pPr lvl="1">
              <a:spcAft>
                <a:spcPts val="1000"/>
              </a:spcAft>
            </a:pPr>
            <a:r>
              <a:rPr lang="en-US" dirty="0"/>
              <a:t>10% subset, resizing to 224x224:</a:t>
            </a:r>
          </a:p>
          <a:p>
            <a:pPr lvl="2">
              <a:spcAft>
                <a:spcPts val="1000"/>
              </a:spcAft>
            </a:pPr>
            <a:r>
              <a:rPr lang="en-US" dirty="0"/>
              <a:t>Train samples: 8700</a:t>
            </a:r>
          </a:p>
          <a:p>
            <a:pPr>
              <a:spcAft>
                <a:spcPts val="1000"/>
              </a:spcAft>
            </a:pPr>
            <a:r>
              <a:rPr lang="en-US" dirty="0"/>
              <a:t>Training:</a:t>
            </a:r>
          </a:p>
          <a:p>
            <a:pPr lvl="2">
              <a:spcAft>
                <a:spcPts val="1000"/>
              </a:spcAft>
            </a:pPr>
            <a:r>
              <a:rPr lang="en-US" dirty="0" err="1"/>
              <a:t>Macbook</a:t>
            </a:r>
            <a:r>
              <a:rPr lang="en-US" dirty="0"/>
              <a:t> Apple M2 chip, 8-core CPU and 8-core GPU</a:t>
            </a:r>
          </a:p>
          <a:p>
            <a:pPr lvl="2">
              <a:spcAft>
                <a:spcPts val="1000"/>
              </a:spcAft>
            </a:pPr>
            <a:r>
              <a:rPr lang="en-US" dirty="0"/>
              <a:t>device: </a:t>
            </a:r>
            <a:r>
              <a:rPr lang="en-US" dirty="0" err="1"/>
              <a:t>mps</a:t>
            </a:r>
            <a:endParaRPr lang="en-US" dirty="0"/>
          </a:p>
          <a:p>
            <a:pPr lvl="2">
              <a:spcAft>
                <a:spcPts val="1000"/>
              </a:spcAft>
            </a:pPr>
            <a:r>
              <a:rPr lang="en-US" dirty="0"/>
              <a:t>5 times repeated 5-fold CV per group per seed </a:t>
            </a:r>
            <a:r>
              <a:rPr lang="en-US" dirty="0">
                <a:sym typeface="Wingdings" pitchFamily="2" charset="2"/>
              </a:rPr>
              <a:t> 75 measurements</a:t>
            </a:r>
            <a:endParaRPr lang="en-US" dirty="0"/>
          </a:p>
          <a:p>
            <a:pPr lvl="2">
              <a:spcAft>
                <a:spcPts val="1000"/>
              </a:spcAft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8E7988-95D7-6864-BF68-2725EF992CE8}"/>
              </a:ext>
            </a:extLst>
          </p:cNvPr>
          <p:cNvSpPr txBox="1"/>
          <p:nvPr/>
        </p:nvSpPr>
        <p:spPr>
          <a:xfrm>
            <a:off x="838200" y="6176963"/>
            <a:ext cx="1051559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Khan, Anas and Nagaraj, Akash. Asl alphabet. https://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www.kaggle.com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/datasets/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grassknoted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/asl-alphabet. [Accessed 03-11-2025]</a:t>
            </a:r>
          </a:p>
        </p:txBody>
      </p:sp>
    </p:spTree>
    <p:extLst>
      <p:ext uri="{BB962C8B-B14F-4D97-AF65-F5344CB8AC3E}">
        <p14:creationId xmlns:p14="http://schemas.microsoft.com/office/powerpoint/2010/main" val="3352617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A1614-57F1-E439-4CED-001E957E5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B3647-07BC-905E-A5A1-223BE7AD8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Experiment Setup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CDD0AA-E427-DD46-9F6B-27E2EB06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Julia Xu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010961-DFB6-F281-A9B4-4BF124FE1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DDBC6-3F12-624A-861F-8BE10A484F0E}" type="slidenum">
              <a:rPr lang="en-US" smtClean="0"/>
              <a:t>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FE0B7A-AAE0-A2A4-DBE7-FD59CC6B5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 lang="en-US" dirty="0"/>
              <a:t>Statistical Analysis:</a:t>
            </a:r>
          </a:p>
          <a:p>
            <a:pPr lvl="1">
              <a:spcAft>
                <a:spcPts val="1000"/>
              </a:spcAft>
            </a:pPr>
            <a:r>
              <a:rPr lang="en-US" dirty="0"/>
              <a:t>Friedman ANOVA</a:t>
            </a:r>
          </a:p>
          <a:p>
            <a:pPr lvl="1">
              <a:spcAft>
                <a:spcPts val="1000"/>
              </a:spcAft>
            </a:pPr>
            <a:r>
              <a:rPr lang="en-US" dirty="0"/>
              <a:t>Wilcoxon signed-rank test</a:t>
            </a:r>
          </a:p>
          <a:p>
            <a:pPr lvl="1">
              <a:spcAft>
                <a:spcPts val="1000"/>
              </a:spcAft>
            </a:pPr>
            <a:r>
              <a:rPr lang="en-US" dirty="0"/>
              <a:t>Post-hoc Hommel correction</a:t>
            </a:r>
          </a:p>
          <a:p>
            <a:pPr>
              <a:spcAft>
                <a:spcPts val="1000"/>
              </a:spcAft>
            </a:pPr>
            <a:r>
              <a:rPr lang="en-US" dirty="0"/>
              <a:t>Effect Analysis:</a:t>
            </a:r>
          </a:p>
          <a:p>
            <a:pPr lvl="1">
              <a:spcAft>
                <a:spcPts val="1000"/>
              </a:spcAft>
            </a:pPr>
            <a:r>
              <a:rPr lang="en-US" dirty="0"/>
              <a:t>Friedman ANOVA: effect size Kendall’s W</a:t>
            </a:r>
          </a:p>
          <a:p>
            <a:pPr lvl="1">
              <a:spcAft>
                <a:spcPts val="1000"/>
              </a:spcAft>
            </a:pPr>
            <a:r>
              <a:rPr lang="en-US" dirty="0"/>
              <a:t>Wilcoxon: effect size r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018403-2A7A-15EF-52AB-539A91967196}"/>
              </a:ext>
            </a:extLst>
          </p:cNvPr>
          <p:cNvSpPr txBox="1"/>
          <p:nvPr/>
        </p:nvSpPr>
        <p:spPr>
          <a:xfrm>
            <a:off x="838200" y="6081991"/>
            <a:ext cx="10515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Janez Demšar. Statistical comparisons of classifiers over multiple data sets. J. Mach.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Learn.Res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., 7:1–30, December 2006</a:t>
            </a:r>
            <a:br>
              <a:rPr lang="en-US" sz="9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G. HOMMEL. A stagewise rejective multiple test procedure based on a modified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bonferronitest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Biometrika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75(2):383–386, 1988</a:t>
            </a:r>
          </a:p>
        </p:txBody>
      </p:sp>
    </p:spTree>
    <p:extLst>
      <p:ext uri="{BB962C8B-B14F-4D97-AF65-F5344CB8AC3E}">
        <p14:creationId xmlns:p14="http://schemas.microsoft.com/office/powerpoint/2010/main" val="2401008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85F9D-8325-BF4C-6A71-53B54E05C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7AE33-D72A-2DAF-C5F1-47F122888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Excursion: </a:t>
            </a:r>
            <a:r>
              <a:rPr lang="en-US" dirty="0" err="1"/>
              <a:t>scipy</a:t>
            </a:r>
            <a:r>
              <a:rPr lang="en-US" dirty="0"/>
              <a:t> vs. </a:t>
            </a:r>
            <a:r>
              <a:rPr lang="en-US" dirty="0" err="1"/>
              <a:t>pingouin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E9264A-8A1F-5308-FCC5-8866575CE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Julia Xu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31A011-D571-C347-6342-FC1C062EE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DDBC6-3F12-624A-861F-8BE10A484F0E}" type="slidenum">
              <a:rPr lang="en-US" smtClean="0"/>
              <a:t>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7EB448-68A9-0050-C8D1-2AC53F894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4196D6-9FBE-3FC5-5DF7-0A611AF5D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353" y="2523437"/>
            <a:ext cx="9755294" cy="36535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EF3E08F-4BC7-2DA4-CD90-1B6D837BB1C6}"/>
              </a:ext>
            </a:extLst>
          </p:cNvPr>
          <p:cNvSpPr txBox="1"/>
          <p:nvPr/>
        </p:nvSpPr>
        <p:spPr>
          <a:xfrm>
            <a:off x="838200" y="1690688"/>
            <a:ext cx="105155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Results of 10x repeated statistical tests implementation of </a:t>
            </a:r>
            <a:r>
              <a:rPr lang="en-US" sz="2800" dirty="0" err="1"/>
              <a:t>scipy</a:t>
            </a:r>
            <a:r>
              <a:rPr lang="en-US" sz="2800" dirty="0"/>
              <a:t> and </a:t>
            </a:r>
            <a:r>
              <a:rPr lang="en-US" sz="2800" dirty="0" err="1"/>
              <a:t>pingouin</a:t>
            </a:r>
            <a:r>
              <a:rPr lang="en-US" sz="2800" dirty="0"/>
              <a:t> with three example 1x25 vectors </a:t>
            </a:r>
            <a:r>
              <a:rPr lang="en-US" sz="2800" dirty="0">
                <a:sym typeface="Wingdings" pitchFamily="2" charset="2"/>
              </a:rPr>
              <a:t> using </a:t>
            </a:r>
            <a:r>
              <a:rPr lang="en-US" sz="2800" dirty="0" err="1">
                <a:sym typeface="Wingdings" pitchFamily="2" charset="2"/>
              </a:rPr>
              <a:t>scipy</a:t>
            </a:r>
            <a:endParaRPr lang="en-US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B512DB-71C6-70FC-FEE5-5DB33F459CB3}"/>
              </a:ext>
            </a:extLst>
          </p:cNvPr>
          <p:cNvSpPr txBox="1"/>
          <p:nvPr/>
        </p:nvSpPr>
        <p:spPr>
          <a:xfrm>
            <a:off x="838200" y="6176963"/>
            <a:ext cx="10515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scipy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friedmanchisquare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SciPy v1.16.2 Manual. https://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docs.scipy.org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/doc/scipy-1.16.2/reference/generated/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scipy.stats.friedmanchisquare.html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. [Accessed 27-11-2025].</a:t>
            </a:r>
          </a:p>
          <a:p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scipy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wilcoxonSciPy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v1.16.2 Manual. https://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docs.scipy.org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/doc/scipy-1.16.2/reference/generated/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scipy.stats.wilcoxon.html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. [Accessed 27-11-2025]</a:t>
            </a:r>
          </a:p>
        </p:txBody>
      </p:sp>
    </p:spTree>
    <p:extLst>
      <p:ext uri="{BB962C8B-B14F-4D97-AF65-F5344CB8AC3E}">
        <p14:creationId xmlns:p14="http://schemas.microsoft.com/office/powerpoint/2010/main" val="1771559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5CAA3487-58F7-ADE9-3D80-F460235641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1000" y="1520456"/>
            <a:ext cx="8890000" cy="3810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A33B6B-87F2-83AC-B6C1-47D45B7F6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55331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4. Results: Training Outcome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8B0E77-D5BE-6BBA-1C6C-95DB8CBBA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Julia Xu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FE03FD-4666-07A9-4B2C-D90937068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DDBC6-3F12-624A-861F-8BE10A484F0E}" type="slidenum">
              <a:rPr lang="en-US" smtClean="0"/>
              <a:t>10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875012-4AD8-7826-87F3-B6917F004721}"/>
              </a:ext>
            </a:extLst>
          </p:cNvPr>
          <p:cNvSpPr txBox="1"/>
          <p:nvPr/>
        </p:nvSpPr>
        <p:spPr>
          <a:xfrm>
            <a:off x="838200" y="5330456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è"/>
            </a:pPr>
            <a:r>
              <a:rPr lang="en-US" dirty="0" err="1">
                <a:sym typeface="Wingdings" pitchFamily="2" charset="2"/>
              </a:rPr>
              <a:t>DeeperCNN</a:t>
            </a:r>
            <a:r>
              <a:rPr lang="en-US" dirty="0">
                <a:sym typeface="Wingdings" pitchFamily="2" charset="2"/>
              </a:rPr>
              <a:t> best accuracy, f1-score values</a:t>
            </a:r>
          </a:p>
          <a:p>
            <a:pPr marL="285750" indent="-285750">
              <a:buFont typeface="Wingdings" pitchFamily="2" charset="2"/>
              <a:buChar char="è"/>
            </a:pPr>
            <a:r>
              <a:rPr lang="en-US" dirty="0">
                <a:sym typeface="Wingdings" pitchFamily="2" charset="2"/>
              </a:rPr>
              <a:t>Longest training for </a:t>
            </a:r>
            <a:r>
              <a:rPr lang="en-US" dirty="0" err="1">
                <a:sym typeface="Wingdings" pitchFamily="2" charset="2"/>
              </a:rPr>
              <a:t>DeeperCNN</a:t>
            </a:r>
            <a:r>
              <a:rPr lang="en-US" dirty="0">
                <a:sym typeface="Wingdings" pitchFamily="2" charset="2"/>
              </a:rPr>
              <a:t> as well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426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82830-E8A1-6C99-DE84-93962BF38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4. Results: Statistical Analysis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ED732-D81B-10D7-F6BD-A443B3D2E7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Friedman ANOVA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AEF467B-D1BA-7D1C-583C-7D8FA56ED52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6612" y="3763168"/>
            <a:ext cx="4127500" cy="11684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13E93B-2578-C2A9-5B1F-04E0D4F8B7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33759" y="1681163"/>
            <a:ext cx="6221629" cy="823912"/>
          </a:xfrm>
        </p:spPr>
        <p:txBody>
          <a:bodyPr/>
          <a:lstStyle/>
          <a:p>
            <a:r>
              <a:rPr lang="en-US" dirty="0"/>
              <a:t>Post-hoc Hommel corrected Wilcoxon (acc)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3D702B26-E5FF-4F67-F382-C8347A5D327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5133759" y="3768726"/>
            <a:ext cx="6231471" cy="116840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0232FEF-6F1A-7CD4-D504-37AD031A8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Julia Xu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3C20982-05F1-5935-2318-DFA9993E4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DDBC6-3F12-624A-861F-8BE10A484F0E}" type="slidenum">
              <a:rPr lang="en-US" smtClean="0"/>
              <a:t>11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B88DC2-F6D8-87C1-1CB1-7FA5E4EF2950}"/>
              </a:ext>
            </a:extLst>
          </p:cNvPr>
          <p:cNvSpPr txBox="1"/>
          <p:nvPr/>
        </p:nvSpPr>
        <p:spPr>
          <a:xfrm>
            <a:off x="838200" y="6176963"/>
            <a:ext cx="1051559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Fernanda Fiel Peres. Effect sizes for nonparametric tests.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Biochemia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Medica, 36(1), December2025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0C65C5-7291-94E2-6F20-5FC22E7BBA22}"/>
              </a:ext>
            </a:extLst>
          </p:cNvPr>
          <p:cNvSpPr/>
          <p:nvPr/>
        </p:nvSpPr>
        <p:spPr>
          <a:xfrm flipV="1">
            <a:off x="5263663" y="4419599"/>
            <a:ext cx="4372706" cy="1635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16E315-0C9D-4591-FF15-5C7D4259AA7D}"/>
              </a:ext>
            </a:extLst>
          </p:cNvPr>
          <p:cNvSpPr/>
          <p:nvPr/>
        </p:nvSpPr>
        <p:spPr>
          <a:xfrm flipV="1">
            <a:off x="890957" y="4514850"/>
            <a:ext cx="2309443" cy="2329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037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AC320-13A0-991B-0ACA-1F99FE89E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844F3-7466-C48E-D2DF-E913A18A9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4. Results: Effect Analysis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60F6CC-E786-0260-B2F7-08051958C7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Effect size for Friedman ANOVA: Kendall’s W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171895-54E8-C4B0-88DA-20B3C78321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4427" y="1681163"/>
            <a:ext cx="5160961" cy="823912"/>
          </a:xfrm>
        </p:spPr>
        <p:txBody>
          <a:bodyPr/>
          <a:lstStyle/>
          <a:p>
            <a:r>
              <a:rPr lang="en-US" dirty="0"/>
              <a:t>Effect size for Wilcoxon Test: </a:t>
            </a:r>
            <a:br>
              <a:rPr lang="en-US" dirty="0"/>
            </a:br>
            <a:r>
              <a:rPr lang="en-US" dirty="0"/>
              <a:t>r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5E29687-C03F-E21E-7234-FA7D8D3CA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Julia Xu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47BF8B2-C582-B9E1-A79D-A6613C512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DDBC6-3F12-624A-861F-8BE10A484F0E}" type="slidenum">
              <a:rPr lang="en-US" smtClean="0"/>
              <a:t>12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04CAF7-4192-1961-7457-F6B47BCB5136}"/>
              </a:ext>
            </a:extLst>
          </p:cNvPr>
          <p:cNvSpPr txBox="1"/>
          <p:nvPr/>
        </p:nvSpPr>
        <p:spPr>
          <a:xfrm>
            <a:off x="838200" y="6176963"/>
            <a:ext cx="1051559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Fernanda Fiel Peres. Effect sizes for nonparametric tests.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Biochemia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Medica, 36(1), December2025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4F574B71-23F6-60D8-F438-37D3D7696B8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172200" y="3722889"/>
            <a:ext cx="5183188" cy="1248960"/>
          </a:xfrm>
          <a:prstGeom prst="rect">
            <a:avLst/>
          </a:prstGeom>
        </p:spPr>
      </p:pic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1C5D9B36-7B32-F0C2-B6BA-E5B84BF186F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39788" y="3731583"/>
            <a:ext cx="5157787" cy="123157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26AA497-15D9-DF53-4501-AFA45748E905}"/>
              </a:ext>
            </a:extLst>
          </p:cNvPr>
          <p:cNvSpPr/>
          <p:nvPr/>
        </p:nvSpPr>
        <p:spPr>
          <a:xfrm flipV="1">
            <a:off x="7033845" y="4689229"/>
            <a:ext cx="2836985" cy="17584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4B6FF14-64F3-78C8-9BE4-AE8357F383A8}"/>
              </a:ext>
            </a:extLst>
          </p:cNvPr>
          <p:cNvSpPr/>
          <p:nvPr/>
        </p:nvSpPr>
        <p:spPr>
          <a:xfrm flipV="1">
            <a:off x="2000189" y="4443045"/>
            <a:ext cx="2038412" cy="24618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308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32056-0FFA-CA80-6723-E1B430C50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AB4BF-F013-8CDA-169E-2531E7661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6C4F9-9C26-9B21-8EF9-F986463708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 lang="en-US" b="1" dirty="0"/>
              <a:t>Friedman ANOVA</a:t>
            </a:r>
            <a:r>
              <a:rPr lang="en-US" dirty="0"/>
              <a:t>: compare all modes together</a:t>
            </a:r>
          </a:p>
          <a:p>
            <a:pPr lvl="1">
              <a:spcAft>
                <a:spcPts val="1000"/>
              </a:spcAft>
              <a:buFont typeface="Wingdings" pitchFamily="2" charset="2"/>
              <a:buChar char="à"/>
            </a:pPr>
            <a:r>
              <a:rPr lang="en-US" dirty="0">
                <a:sym typeface="Wingdings" pitchFamily="2" charset="2"/>
              </a:rPr>
              <a:t> </a:t>
            </a:r>
            <a:r>
              <a:rPr lang="en-US" u="sng" dirty="0">
                <a:sym typeface="Wingdings" pitchFamily="2" charset="2"/>
              </a:rPr>
              <a:t>there exists a statistical significance</a:t>
            </a:r>
            <a:r>
              <a:rPr lang="en-US" dirty="0">
                <a:sym typeface="Wingdings" pitchFamily="2" charset="2"/>
              </a:rPr>
              <a:t> among the CNN variants</a:t>
            </a:r>
          </a:p>
          <a:p>
            <a:pPr>
              <a:spcAft>
                <a:spcPts val="1000"/>
              </a:spcAft>
            </a:pPr>
            <a:r>
              <a:rPr lang="en-US" b="1" dirty="0">
                <a:sym typeface="Wingdings" pitchFamily="2" charset="2"/>
              </a:rPr>
              <a:t>Wilcoxon signed-rank</a:t>
            </a:r>
            <a:r>
              <a:rPr lang="en-US" dirty="0">
                <a:sym typeface="Wingdings" pitchFamily="2" charset="2"/>
              </a:rPr>
              <a:t>: compare model pairs</a:t>
            </a:r>
          </a:p>
          <a:p>
            <a:pPr marL="457200" lvl="1" indent="0">
              <a:spcAft>
                <a:spcPts val="1000"/>
              </a:spcAft>
              <a:buNone/>
            </a:pPr>
            <a:r>
              <a:rPr lang="en-US" dirty="0">
                <a:sym typeface="Wingdings" pitchFamily="2" charset="2"/>
              </a:rPr>
              <a:t> Each model pair is significantly different (most </a:t>
            </a:r>
            <a:r>
              <a:rPr lang="en-US" u="sng" dirty="0" err="1">
                <a:sym typeface="Wingdings" pitchFamily="2" charset="2"/>
              </a:rPr>
              <a:t>BaselineCNN</a:t>
            </a:r>
            <a:r>
              <a:rPr lang="en-US" u="sng" dirty="0">
                <a:sym typeface="Wingdings" pitchFamily="2" charset="2"/>
              </a:rPr>
              <a:t> vs. </a:t>
            </a:r>
            <a:r>
              <a:rPr lang="en-US" u="sng" dirty="0" err="1">
                <a:sym typeface="Wingdings" pitchFamily="2" charset="2"/>
              </a:rPr>
              <a:t>RegularizedCNN</a:t>
            </a:r>
            <a:r>
              <a:rPr lang="en-US" dirty="0">
                <a:sym typeface="Wingdings" pitchFamily="2" charset="2"/>
              </a:rPr>
              <a:t>)</a:t>
            </a:r>
          </a:p>
          <a:p>
            <a:pPr>
              <a:spcAft>
                <a:spcPts val="1000"/>
              </a:spcAft>
            </a:pPr>
            <a:r>
              <a:rPr lang="en-US" b="1" dirty="0">
                <a:sym typeface="Wingdings" pitchFamily="2" charset="2"/>
              </a:rPr>
              <a:t>Effect sizes</a:t>
            </a:r>
            <a:r>
              <a:rPr lang="en-US" dirty="0">
                <a:sym typeface="Wingdings" pitchFamily="2" charset="2"/>
              </a:rPr>
              <a:t>:</a:t>
            </a:r>
          </a:p>
          <a:p>
            <a:pPr lvl="1">
              <a:spcAft>
                <a:spcPts val="1000"/>
              </a:spcAft>
            </a:pPr>
            <a:r>
              <a:rPr lang="en-US" dirty="0">
                <a:sym typeface="Wingdings" pitchFamily="2" charset="2"/>
              </a:rPr>
              <a:t>For Friedman ANOVA: very similar</a:t>
            </a:r>
            <a:r>
              <a:rPr lang="en-US" u="sng" dirty="0">
                <a:sym typeface="Wingdings" pitchFamily="2" charset="2"/>
              </a:rPr>
              <a:t>, acc slightly higher power</a:t>
            </a:r>
          </a:p>
          <a:p>
            <a:pPr lvl="1">
              <a:spcAft>
                <a:spcPts val="1000"/>
              </a:spcAft>
            </a:pPr>
            <a:r>
              <a:rPr lang="en-US" dirty="0">
                <a:sym typeface="Wingdings" pitchFamily="2" charset="2"/>
              </a:rPr>
              <a:t>For Wilcoxon: highest effect size for </a:t>
            </a:r>
            <a:r>
              <a:rPr lang="en-US" u="sng" dirty="0" err="1">
                <a:sym typeface="Wingdings" pitchFamily="2" charset="2"/>
              </a:rPr>
              <a:t>DeeperCNN</a:t>
            </a:r>
            <a:r>
              <a:rPr lang="en-US" u="sng" dirty="0">
                <a:sym typeface="Wingdings" pitchFamily="2" charset="2"/>
              </a:rPr>
              <a:t> vs </a:t>
            </a:r>
            <a:r>
              <a:rPr lang="en-US" u="sng" dirty="0" err="1">
                <a:sym typeface="Wingdings" pitchFamily="2" charset="2"/>
              </a:rPr>
              <a:t>RegularizedCNN</a:t>
            </a:r>
            <a:endParaRPr lang="en-US" u="sng" dirty="0">
              <a:sym typeface="Wingdings" pitchFamily="2" charset="2"/>
            </a:endParaRPr>
          </a:p>
          <a:p>
            <a:pPr>
              <a:spcAft>
                <a:spcPts val="1000"/>
              </a:spcAft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A782F6-059F-09FF-0FA8-877B4E7F3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Julia Xu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1D9614-23E5-81DF-C609-A32B4EBE9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DDBC6-3F12-624A-861F-8BE10A484F0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014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C8807-D021-FDBA-1276-C0FA353AF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US" dirty="0"/>
              <a:t>Thank you.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D4FE2D-BF1A-0675-B20D-4EB746179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Julia Xu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D707FC-9F56-16D4-BE0B-F0B033143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DDBC6-3F12-624A-861F-8BE10A484F0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306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TAI-P_ProgressWeek" id="{BF1A0CAA-D4D0-0B4C-9C32-745F31A811A9}" vid="{CF26FB9D-B87C-DF4A-B91A-59F5DD7451A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219</TotalTime>
  <Words>657</Words>
  <Application>Microsoft Macintosh PowerPoint</Application>
  <PresentationFormat>Widescreen</PresentationFormat>
  <Paragraphs>119</Paragraphs>
  <Slides>14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Wingdings</vt:lpstr>
      <vt:lpstr>Office Theme</vt:lpstr>
      <vt:lpstr>Statistical Analysis of Sign Language Recognition with CNNs  Final Presentation</vt:lpstr>
      <vt:lpstr>Sign Language Recognition Using Simple CNNs</vt:lpstr>
      <vt:lpstr>Project Workflow</vt:lpstr>
      <vt:lpstr>Agenda</vt:lpstr>
      <vt:lpstr>1. Research Plan</vt:lpstr>
      <vt:lpstr>2. Model Variants/Groups</vt:lpstr>
      <vt:lpstr>3. Experiment Setup</vt:lpstr>
      <vt:lpstr>3. Experiment Setup</vt:lpstr>
      <vt:lpstr>Excursion: scipy vs. pingouin</vt:lpstr>
      <vt:lpstr>4. Results: Training Outcome</vt:lpstr>
      <vt:lpstr>4. Results: Statistical Analysis</vt:lpstr>
      <vt:lpstr>4. Results: Effect Analysis</vt:lpstr>
      <vt:lpstr>Conclusion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Xu, Julia Xi Xi</dc:creator>
  <cp:lastModifiedBy>Xu, Julia Xi Xi</cp:lastModifiedBy>
  <cp:revision>14</cp:revision>
  <dcterms:created xsi:type="dcterms:W3CDTF">2026-01-14T16:19:49Z</dcterms:created>
  <dcterms:modified xsi:type="dcterms:W3CDTF">2026-01-21T18:46:09Z</dcterms:modified>
</cp:coreProperties>
</file>